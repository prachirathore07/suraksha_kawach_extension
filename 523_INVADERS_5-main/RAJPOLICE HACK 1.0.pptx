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2.xml" ContentType="application/vnd.openxmlformats-officedocument.them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4"/>
  </p:notesMasterIdLst>
  <p:sldIdLst>
    <p:sldId id="256" r:id="rId2"/>
    <p:sldId id="257" r:id="rId3"/>
    <p:sldId id="258" r:id="rId4"/>
    <p:sldId id="260" r:id="rId5"/>
    <p:sldId id="261" r:id="rId6"/>
    <p:sldId id="275" r:id="rId7"/>
    <p:sldId id="274" r:id="rId8"/>
    <p:sldId id="277" r:id="rId9"/>
    <p:sldId id="273" r:id="rId10"/>
    <p:sldId id="264" r:id="rId11"/>
    <p:sldId id="276" r:id="rId12"/>
    <p:sldId id="271" r:id="rId13"/>
  </p:sldIdLst>
  <p:sldSz cx="9144000" cy="5143500" type="screen16x9"/>
  <p:notesSz cx="9144000" cy="5143500"/>
  <p:embeddedFontLst>
    <p:embeddedFont>
      <p:font typeface="Josefin Sans" pitchFamily="2" charset="0"/>
      <p:regular r:id="rId15"/>
      <p:bold r:id="rId16"/>
    </p:embeddedFont>
    <p:embeddedFont>
      <p:font typeface="Overlock SC" panose="020B0604020202020204" charset="0"/>
      <p:regular r:id="rId17"/>
      <p:bold r:id="rId18"/>
    </p:embeddedFont>
  </p:embeddedFontLst>
  <p:custDataLst>
    <p:tags r:id="rId19"/>
  </p:custDataLst>
  <p:defaultTextStyle>
    <a:defPPr>
      <a:defRPr lang="en-US"/>
    </a:defPPr>
    <a:lvl1pPr marL="0" lvl="0" algn="l" rtl="0">
      <a:defRPr lang="en-US" sz="1800" dirty="0">
        <a:solidFill>
          <a:schemeClr val="tx1"/>
        </a:solidFill>
        <a:latin typeface="+mn-lt"/>
      </a:defRPr>
    </a:lvl1pPr>
    <a:lvl2pPr marL="457200" lvl="1" algn="l" rtl="0">
      <a:defRPr lang="en-US" sz="1800" dirty="0">
        <a:solidFill>
          <a:schemeClr val="tx1"/>
        </a:solidFill>
        <a:latin typeface="+mn-lt"/>
      </a:defRPr>
    </a:lvl2pPr>
    <a:lvl3pPr marL="914400" lvl="2" algn="l" rtl="0">
      <a:defRPr lang="en-US" sz="1800" dirty="0">
        <a:solidFill>
          <a:schemeClr val="tx1"/>
        </a:solidFill>
        <a:latin typeface="+mn-lt"/>
      </a:defRPr>
    </a:lvl3pPr>
    <a:lvl4pPr marL="1371600" lvl="3" algn="l" rtl="0">
      <a:defRPr lang="en-US" sz="1800" dirty="0">
        <a:solidFill>
          <a:schemeClr val="tx1"/>
        </a:solidFill>
        <a:latin typeface="+mn-lt"/>
      </a:defRPr>
    </a:lvl4pPr>
    <a:lvl5pPr marL="1828800" lvl="4" algn="l" rtl="0">
      <a:defRPr lang="en-US" sz="1800" dirty="0">
        <a:solidFill>
          <a:schemeClr val="tx1"/>
        </a:solidFill>
        <a:latin typeface="+mn-lt"/>
      </a:defRPr>
    </a:lvl5pPr>
    <a:lvl6pPr marL="2286000" lvl="5" algn="l" rtl="0">
      <a:defRPr lang="en-US" sz="1800" dirty="0">
        <a:solidFill>
          <a:schemeClr val="tx1"/>
        </a:solidFill>
        <a:latin typeface="+mn-lt"/>
      </a:defRPr>
    </a:lvl6pPr>
    <a:lvl7pPr marL="2743200" lvl="6" algn="l" rtl="0">
      <a:defRPr lang="en-US" sz="1800" dirty="0">
        <a:solidFill>
          <a:schemeClr val="tx1"/>
        </a:solidFill>
        <a:latin typeface="+mn-lt"/>
      </a:defRPr>
    </a:lvl7pPr>
    <a:lvl8pPr marL="3200400" lvl="7" algn="l" rtl="0">
      <a:defRPr lang="en-US" sz="1800" dirty="0">
        <a:solidFill>
          <a:schemeClr val="tx1"/>
        </a:solidFill>
        <a:latin typeface="+mn-lt"/>
      </a:defRPr>
    </a:lvl8pPr>
    <a:lvl9pPr marL="3657600" lvl="8" algn="l" rtl="0">
      <a:defRPr lang="en-US" sz="1800" dirty="0">
        <a:solidFill>
          <a:schemeClr val="tx1"/>
        </a:solidFill>
        <a:latin typeface="+mn-lt"/>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693123-DA44-44F3-8F1B-EF3410C693EF}" v="42" dt="2024-01-20T04:18:49.283"/>
    <p1510:client id="{25BE6CD5-9F0B-44C0-B7B9-93D24FD1BA31}" v="465" dt="2024-01-18T05:52:38.14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20" d="100"/>
          <a:sy n="120" d="100"/>
        </p:scale>
        <p:origin x="1376" y="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B65459-4C01-9248-BDAA-F28591FAF6F5}" type="datetimeFigureOut">
              <a:rPr lang="en-US" smtClean="0"/>
              <a:t>1/19/2024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327042-6B61-B148-8485-8BBBFAA13D24}" type="slidenum">
              <a:rPr lang="en-US" smtClean="0"/>
              <a:t>‹#›</a:t>
            </a:fld>
            <a:endParaRPr lang="en-US"/>
          </a:p>
        </p:txBody>
      </p:sp>
    </p:spTree>
    <p:extLst>
      <p:ext uri="{BB962C8B-B14F-4D97-AF65-F5344CB8AC3E}">
        <p14:creationId xmlns:p14="http://schemas.microsoft.com/office/powerpoint/2010/main" val="10803211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5.png"/><Relationship Id="rId5" Type="http://schemas.openxmlformats.org/officeDocument/2006/relationships/image" Target="../media/image2.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5.png"/><Relationship Id="rId5" Type="http://schemas.openxmlformats.org/officeDocument/2006/relationships/image" Target="../media/image10.png"/><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6.xml"/><Relationship Id="rId6" Type="http://schemas.openxmlformats.org/officeDocument/2006/relationships/image" Target="../media/image5.png"/><Relationship Id="rId5" Type="http://schemas.openxmlformats.org/officeDocument/2006/relationships/image" Target="../media/image2.png"/><Relationship Id="rId4" Type="http://schemas.openxmlformats.org/officeDocument/2006/relationships/image" Target="../media/image10.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2" name="Picture 1">
            <a:extLst>
              <a:ext uri="{70DD2FEF-1C9E-46C0-8178-F1C677DAEB9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B08D795-15FE-4C75-982C-B365750A181C}"/>
              </a:ext>
            </a:extLst>
          </p:cNvPr>
          <p:cNvPicPr>
            <a:picLocks noChangeAspect="1"/>
          </p:cNvPicPr>
          <p:nvPr/>
        </p:nvPicPr>
        <p:blipFill>
          <a:blip r:embed="rId3">
            <a:alphaModFix amt="12000"/>
          </a:blip>
          <a:stretch>
            <a:fillRect/>
          </a:stretch>
        </p:blipFill>
        <p:spPr>
          <a:xfrm>
            <a:off x="5762988" y="0"/>
            <a:ext cx="3366038" cy="5143500"/>
          </a:xfrm>
          <a:prstGeom prst="rect">
            <a:avLst/>
          </a:prstGeom>
          <a:noFill/>
        </p:spPr>
      </p:pic>
      <p:pic>
        <p:nvPicPr>
          <p:cNvPr id="3" name="Picture 2">
            <a:extLst>
              <a:ext uri="{59DBA4A1-0C03-406B-882C-46F1429A74D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4517F7BF-AEF5-459C-938E-8C38E1E4F718}"/>
              </a:ext>
            </a:extLst>
          </p:cNvPr>
          <p:cNvPicPr>
            <a:picLocks noChangeAspect="1"/>
          </p:cNvPicPr>
          <p:nvPr/>
        </p:nvPicPr>
        <p:blipFill>
          <a:blip r:embed="rId4"/>
          <a:stretch>
            <a:fillRect/>
          </a:stretch>
        </p:blipFill>
        <p:spPr>
          <a:xfrm>
            <a:off x="2428875" y="295275"/>
            <a:ext cx="4289931" cy="4548187"/>
          </a:xfrm>
          <a:prstGeom prst="rect">
            <a:avLst/>
          </a:prstGeom>
          <a:noFill/>
        </p:spPr>
      </p:pic>
      <p:sp>
        <p:nvSpPr>
          <p:cNvPr id="4" name="Rectangle 3">
            <a:extLst>
              <a:ext uri="{E2852D2B-F4F2-40AF-BBD5-BCFCC16E710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747BA5B-20AB-47BE-97F0-99B06A41356C}"/>
              </a:ext>
            </a:extLst>
          </p:cNvPr>
          <p:cNvSpPr/>
          <p:nvPr/>
        </p:nvSpPr>
        <p:spPr>
          <a:xfrm>
            <a:off x="2257543" y="118568"/>
            <a:ext cx="4553029" cy="5022560"/>
          </a:xfrm>
          <a:prstGeom prst="rect">
            <a:avLst/>
          </a:prstGeom>
          <a:gradFill rotWithShape="1">
            <a:gsLst>
              <a:gs pos="48458">
                <a:schemeClr val="bg1">
                  <a:alpha val="0"/>
                </a:schemeClr>
              </a:gs>
              <a:gs pos="0">
                <a:schemeClr val="accent1">
                  <a:alpha val="13999"/>
                  <a:lumMod val="60000"/>
                  <a:lumOff val="40000"/>
                </a:schemeClr>
              </a:gs>
            </a:gsLst>
            <a:path path="circle">
              <a:fillToRect l="50000" t="50000" r="50000" b="50000"/>
            </a:path>
            <a:tileRect/>
          </a:gradFill>
          <a:ln w="9525" cap="flat">
            <a:noFill/>
            <a:prstDash val="solid"/>
            <a:miter lim="800000"/>
          </a:ln>
          <a:effectLst/>
        </p:spPr>
        <p:style>
          <a:lnRef idx="1">
            <a:schemeClr val="accent1">
              <a:shade val="50000"/>
            </a:schemeClr>
          </a:lnRef>
          <a:fillRef idx="1">
            <a:schemeClr val="accent1"/>
          </a:fillRef>
          <a:effectRef idx="0">
            <a:schemeClr val="accent1"/>
          </a:effectRef>
          <a:fontRef idx="minor">
            <a:srgbClr val="FFFFFF"/>
          </a:fontRef>
        </p:style>
        <p:txBody>
          <a:bodyPr vert="horz" rtlCol="0" anchor="ctr">
            <a:noAutofit/>
          </a:bodyPr>
          <a:lstStyle/>
          <a:p>
            <a:pPr algn="ctr"/>
            <a:endParaRPr lang="en-US" dirty="0"/>
          </a:p>
        </p:txBody>
      </p:sp>
      <p:pic>
        <p:nvPicPr>
          <p:cNvPr id="5" name="Picture 4">
            <a:extLst>
              <a:ext uri="{CE966247-F34B-4AAD-ABD4-E1E01DC87F2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574B534-DA2D-478B-B26E-88E8D5F2C1C5}"/>
              </a:ext>
            </a:extLst>
          </p:cNvPr>
          <p:cNvPicPr>
            <a:picLocks noChangeAspect="1"/>
          </p:cNvPicPr>
          <p:nvPr/>
        </p:nvPicPr>
        <p:blipFill>
          <a:blip r:embed="rId5">
            <a:alphaModFix amt="12000"/>
          </a:blip>
          <a:stretch>
            <a:fillRect/>
          </a:stretch>
        </p:blipFill>
        <p:spPr>
          <a:xfrm>
            <a:off x="0" y="0"/>
            <a:ext cx="3800475" cy="5143500"/>
          </a:xfrm>
          <a:prstGeom prst="rect">
            <a:avLst/>
          </a:prstGeom>
          <a:noFill/>
        </p:spPr>
      </p:pic>
      <p:pic>
        <p:nvPicPr>
          <p:cNvPr id="6" name="Picture 5">
            <a:extLst>
              <a:ext uri="{8BC4F3B3-8AC1-4808-A3F0-A9D7225771C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961A5ED-293A-4BC0-BA7F-FC996B91FB6B}"/>
              </a:ext>
            </a:extLst>
          </p:cNvPr>
          <p:cNvPicPr>
            <a:picLocks noChangeAspect="1"/>
          </p:cNvPicPr>
          <p:nvPr/>
        </p:nvPicPr>
        <p:blipFill>
          <a:blip r:embed="rId6">
            <a:alphaModFix amt="39999"/>
          </a:blip>
          <a:stretch>
            <a:fillRect/>
          </a:stretch>
        </p:blipFill>
        <p:spPr>
          <a:xfrm>
            <a:off x="0" y="0"/>
            <a:ext cx="1752600" cy="5143500"/>
          </a:xfrm>
          <a:prstGeom prst="rect">
            <a:avLst/>
          </a:prstGeom>
          <a:noFill/>
        </p:spPr>
      </p:pic>
      <p:pic>
        <p:nvPicPr>
          <p:cNvPr id="7" name="Picture 6">
            <a:extLst>
              <a:ext uri="{5AF05F0E-1C05-4AE6-A5FF-88493673BE4B}">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F389CB88-D5DF-4902-BBDF-71FC0CCAD2B3}"/>
              </a:ext>
            </a:extLst>
          </p:cNvPr>
          <p:cNvPicPr>
            <a:picLocks noChangeAspect="1"/>
          </p:cNvPicPr>
          <p:nvPr/>
        </p:nvPicPr>
        <p:blipFill>
          <a:blip r:embed="rId7">
            <a:alphaModFix amt="39999"/>
          </a:blip>
          <a:stretch>
            <a:fillRect/>
          </a:stretch>
        </p:blipFill>
        <p:spPr>
          <a:xfrm>
            <a:off x="7382238" y="0"/>
            <a:ext cx="1743075" cy="5143500"/>
          </a:xfrm>
          <a:prstGeom prst="rect">
            <a:avLst/>
          </a:prstGeom>
          <a:noFill/>
        </p:spPr>
      </p:pic>
      <p:sp>
        <p:nvSpPr>
          <p:cNvPr id="8" name="Title 1">
            <a:extLst>
              <a:ext uri="{EE972E9B-E95A-4324-97FA-211C1E78B7F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0EBC1EB-D16B-4A4A-99E6-2D728A49E697}"/>
              </a:ext>
            </a:extLst>
          </p:cNvPr>
          <p:cNvSpPr>
            <a:spLocks noGrp="1"/>
          </p:cNvSpPr>
          <p:nvPr>
            <p:ph type="title"/>
          </p:nvPr>
        </p:nvSpPr>
        <p:spPr>
          <a:xfrm>
            <a:off x="1235523" y="1256825"/>
            <a:ext cx="6672954" cy="1525897"/>
          </a:xfrm>
          <a:prstGeom prst="rect">
            <a:avLst/>
          </a:prstGeom>
          <a:noFill/>
        </p:spPr>
        <p:txBody>
          <a:bodyPr rtlCol="0"/>
          <a:lstStyle>
            <a:lvl1pPr lvl="0" algn="ctr">
              <a:defRPr lang="en-US" sz="4400" b="1" dirty="0">
                <a:solidFill>
                  <a:srgbClr val="FFFFFF"/>
                </a:solidFill>
                <a:latin typeface="+mj-lt"/>
              </a:defRPr>
            </a:lvl1pPr>
          </a:lstStyle>
          <a:p>
            <a:r>
              <a:rPr lang="en-US" dirty="0"/>
              <a:t>Click to edit Master title style</a:t>
            </a:r>
          </a:p>
        </p:txBody>
      </p:sp>
      <p:sp>
        <p:nvSpPr>
          <p:cNvPr id="9" name="Subtitle 2">
            <a:extLst>
              <a:ext uri="{CFD844D2-FD3A-4155-82B1-4ABDD25FC0C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CE9F5FF2-BC70-4164-8BAD-A3BBAF41D0B1}"/>
              </a:ext>
            </a:extLst>
          </p:cNvPr>
          <p:cNvSpPr>
            <a:spLocks noGrp="1"/>
          </p:cNvSpPr>
          <p:nvPr>
            <p:ph type="subTitle" idx="1"/>
          </p:nvPr>
        </p:nvSpPr>
        <p:spPr>
          <a:xfrm>
            <a:off x="1235523" y="2880682"/>
            <a:ext cx="6672954" cy="283571"/>
          </a:xfrm>
          <a:prstGeom prst="rect">
            <a:avLst/>
          </a:prstGeom>
        </p:spPr>
        <p:txBody>
          <a:bodyPr vert="horz" lIns="0" tIns="0" rIns="0" bIns="0" rtlCol="0" anchor="t">
            <a:noAutofit/>
          </a:bodyPr>
          <a:lstStyle>
            <a:lvl1pPr marL="0" lvl="0" indent="0" algn="ctr">
              <a:lnSpc>
                <a:spcPct val="100000"/>
              </a:lnSpc>
              <a:spcBef>
                <a:spcPts val="0"/>
              </a:spcBef>
              <a:buNone/>
              <a:defRPr lang="en-US" sz="1600" i="0" cap="all" baseline="0" dirty="0">
                <a:solidFill>
                  <a:schemeClr val="accent3">
                    <a:lumMod val="60000"/>
                    <a:lumOff val="40000"/>
                  </a:schemeClr>
                </a:solidFill>
                <a:latin typeface="Josefin Sans-demi_bold"/>
              </a:defRPr>
            </a:lvl1pPr>
            <a:lvl2pPr marL="457200" lvl="1" indent="0" algn="ctr">
              <a:buNone/>
              <a:defRPr lang="en-US" dirty="0">
                <a:solidFill>
                  <a:schemeClr val="tx1">
                    <a:tint val="75000"/>
                  </a:schemeClr>
                </a:solidFill>
                <a:latin typeface="+mn-lt"/>
              </a:defRPr>
            </a:lvl2pPr>
            <a:lvl3pPr marL="914400" lvl="2" indent="0" algn="ctr">
              <a:buNone/>
              <a:defRPr lang="en-US" dirty="0">
                <a:solidFill>
                  <a:schemeClr val="tx1">
                    <a:tint val="75000"/>
                  </a:schemeClr>
                </a:solidFill>
                <a:latin typeface="+mn-lt"/>
              </a:defRPr>
            </a:lvl3pPr>
            <a:lvl4pPr marL="1371600" lvl="3" indent="0" algn="ctr">
              <a:buNone/>
              <a:defRPr lang="en-US" dirty="0">
                <a:solidFill>
                  <a:schemeClr val="tx1">
                    <a:tint val="75000"/>
                  </a:schemeClr>
                </a:solidFill>
                <a:latin typeface="+mn-lt"/>
              </a:defRPr>
            </a:lvl4pPr>
            <a:lvl5pPr marL="1828800" lvl="4" indent="0" algn="ctr">
              <a:buNone/>
              <a:defRPr lang="en-US" dirty="0">
                <a:solidFill>
                  <a:schemeClr val="tx1">
                    <a:tint val="75000"/>
                  </a:schemeClr>
                </a:solidFill>
                <a:latin typeface="+mn-lt"/>
              </a:defRPr>
            </a:lvl5pPr>
            <a:lvl6pPr marL="2286000" lvl="5" indent="0" algn="ctr">
              <a:buNone/>
              <a:defRPr lang="en-US" dirty="0">
                <a:solidFill>
                  <a:schemeClr val="tx1">
                    <a:tint val="75000"/>
                  </a:schemeClr>
                </a:solidFill>
                <a:latin typeface="+mn-lt"/>
              </a:defRPr>
            </a:lvl6pPr>
            <a:lvl7pPr marL="2743200" lvl="6" indent="0" algn="ctr">
              <a:buNone/>
              <a:defRPr lang="en-US" dirty="0">
                <a:solidFill>
                  <a:schemeClr val="tx1">
                    <a:tint val="75000"/>
                  </a:schemeClr>
                </a:solidFill>
                <a:latin typeface="+mn-lt"/>
              </a:defRPr>
            </a:lvl7pPr>
            <a:lvl8pPr marL="3200400" lvl="7" indent="0" algn="ctr">
              <a:buNone/>
              <a:defRPr lang="en-US" dirty="0">
                <a:solidFill>
                  <a:schemeClr val="tx1">
                    <a:tint val="75000"/>
                  </a:schemeClr>
                </a:solidFill>
                <a:latin typeface="+mn-lt"/>
              </a:defRPr>
            </a:lvl8pPr>
            <a:lvl9pPr marL="3657600" lvl="8" indent="0" algn="ctr">
              <a:buNone/>
              <a:defRPr lang="en-US" dirty="0">
                <a:solidFill>
                  <a:schemeClr val="tx1">
                    <a:tint val="75000"/>
                  </a:schemeClr>
                </a:solidFill>
                <a:latin typeface="+mn-lt"/>
              </a:defRPr>
            </a:lvl9pPr>
          </a:lstStyle>
          <a:p>
            <a:r>
              <a:rPr lang="en-US" dirty="0"/>
              <a:t>Click to edit Master subtitle style</a:t>
            </a:r>
          </a:p>
        </p:txBody>
      </p:sp>
      <p:sp>
        <p:nvSpPr>
          <p:cNvPr id="10" name="Slide Number Placeholder 5">
            <a:extLst>
              <a:ext uri="{42DC4A59-3F38-4735-BD13-587B1653C1AB}">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D949FF1F-A17A-4264-8A55-751D19181E88}"/>
              </a:ext>
            </a:extLst>
          </p:cNvPr>
          <p:cNvSpPr>
            <a:spLocks noGrp="1"/>
          </p:cNvSpPr>
          <p:nvPr>
            <p:ph type="sldNum" sz="quarter" idx="12"/>
          </p:nvPr>
        </p:nvSpPr>
        <p:spPr/>
        <p:txBody>
          <a:bodyPr rtlCol="0"/>
          <a:lstStyle>
            <a:lvl1pPr lvl="0"/>
          </a:lstStyle>
          <a:p>
            <a:r>
              <a:rPr lang="en-US" dirty="0"/>
              <a:t>&lt;#&gt;</a:t>
            </a:r>
          </a:p>
        </p:txBody>
      </p:sp>
      <p:sp>
        <p:nvSpPr>
          <p:cNvPr id="11" name="Footer Placeholder 4">
            <a:extLst>
              <a:ext uri="{C1381CD3-3714-4BB1-A511-12A8F5DDE723}">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E0D5BF5-643F-4601-BECB-319D6A6BDAE5}"/>
              </a:ext>
            </a:extLst>
          </p:cNvPr>
          <p:cNvSpPr>
            <a:spLocks noGrp="1"/>
          </p:cNvSpPr>
          <p:nvPr>
            <p:ph type="ftr" sz="quarter" idx="11"/>
          </p:nvPr>
        </p:nvSpPr>
        <p:spPr/>
        <p:txBody>
          <a:bodyPr rtlCol="0"/>
          <a:lstStyle>
            <a:lvl1pPr lvl="0"/>
          </a:lstStyle>
          <a:p>
            <a:r>
              <a:rPr lang="en-US" dirty="0"/>
              <a:t>Footer</a:t>
            </a:r>
          </a:p>
        </p:txBody>
      </p:sp>
      <p:sp>
        <p:nvSpPr>
          <p:cNvPr id="12" name="Date Placeholder 3">
            <a:extLst>
              <a:ext uri="{685B4F46-D83F-46EC-BF46-FED1984E199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15296AF7-FED2-4B1D-B197-6C801A37FA3F}"/>
              </a:ext>
            </a:extLst>
          </p:cNvPr>
          <p:cNvSpPr>
            <a:spLocks noGrp="1"/>
          </p:cNvSpPr>
          <p:nvPr>
            <p:ph type="dt" sz="half" idx="10"/>
          </p:nvPr>
        </p:nvSpPr>
        <p:spPr/>
        <p:txBody>
          <a:bodyPr rtlCol="0"/>
          <a:lstStyle>
            <a:lvl1pPr lvl="0"/>
          </a:lstStyle>
          <a:p>
            <a:r>
              <a:rPr lang="en-US" dirty="0"/>
              <a:t>Date</a:t>
            </a:r>
          </a:p>
        </p:txBody>
      </p:sp>
    </p:spTree>
    <p:custDataLst>
      <p:tags r:id="rId1"/>
    </p:custDataLst>
    <p:extLst>
      <p:ext uri="{AA5C8EF0-2434-4F36-B6AC-881F465E7147}">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055381293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2" name="Picture 1">
            <a:extLst>
              <a:ext uri="{E0715B32-774D-4C2C-BBE4-3F9C05CB41F3}">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AAEBE54-62BE-474D-8D3D-F6273AD285BA}"/>
              </a:ext>
            </a:extLst>
          </p:cNvPr>
          <p:cNvPicPr>
            <a:picLocks noChangeAspect="1"/>
          </p:cNvPicPr>
          <p:nvPr/>
        </p:nvPicPr>
        <p:blipFill>
          <a:blip r:embed="rId2">
            <a:alphaModFix amt="12000"/>
          </a:blip>
          <a:stretch>
            <a:fillRect/>
          </a:stretch>
        </p:blipFill>
        <p:spPr>
          <a:xfrm>
            <a:off x="5762988" y="0"/>
            <a:ext cx="3366038" cy="5143500"/>
          </a:xfrm>
          <a:prstGeom prst="rect">
            <a:avLst/>
          </a:prstGeom>
          <a:noFill/>
        </p:spPr>
      </p:pic>
      <p:cxnSp>
        <p:nvCxnSpPr>
          <p:cNvPr id="3" name="Straight Connector 4">
            <a:extLst>
              <a:ext uri="{EC4851B3-A77D-4072-9104-E1A5E3D2548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8DAC8AE-7A86-4356-9717-71EA1637687B}"/>
              </a:ext>
            </a:extLst>
          </p:cNvPr>
          <p:cNvCxnSpPr/>
          <p:nvPr/>
        </p:nvCxnSpPr>
        <p:spPr>
          <a:xfrm flipH="1" flipV="1">
            <a:off x="1124307" y="997028"/>
            <a:ext cx="7290052" cy="0"/>
          </a:xfrm>
          <a:prstGeom prst="line">
            <a:avLst/>
          </a:prstGeom>
          <a:ln w="6350">
            <a:solidFill>
              <a:schemeClr val="tx2">
                <a:alpha val="30000"/>
                <a:lumMod val="40000"/>
                <a:lumOff val="60000"/>
              </a:schemeClr>
            </a:solidFill>
            <a:prstDash val="solid"/>
          </a:ln>
        </p:spPr>
        <p:style>
          <a:lnRef idx="2">
            <a:schemeClr val="accent1"/>
          </a:lnRef>
          <a:fillRef idx="0">
            <a:schemeClr val="accent1"/>
          </a:fillRef>
          <a:effectRef idx="0">
            <a:schemeClr val="accent1"/>
          </a:effectRef>
          <a:fontRef idx="minor">
            <a:schemeClr val="tx1"/>
          </a:fontRef>
        </p:style>
      </p:cxnSp>
      <p:pic>
        <p:nvPicPr>
          <p:cNvPr id="4" name="Picture 3">
            <a:extLst>
              <a:ext uri="{8D1F2136-F9AA-49AC-8144-4064FD006C9B}">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C6D4735-0A16-4B98-B273-4EC1A37B7CE9}"/>
              </a:ext>
            </a:extLst>
          </p:cNvPr>
          <p:cNvPicPr>
            <a:picLocks noChangeAspect="1"/>
          </p:cNvPicPr>
          <p:nvPr/>
        </p:nvPicPr>
        <p:blipFill>
          <a:blip r:embed="rId3">
            <a:alphaModFix amt="39999"/>
          </a:blip>
          <a:stretch>
            <a:fillRect/>
          </a:stretch>
        </p:blipFill>
        <p:spPr>
          <a:xfrm>
            <a:off x="7382238" y="9162"/>
            <a:ext cx="1743075" cy="5143500"/>
          </a:xfrm>
          <a:prstGeom prst="rect">
            <a:avLst/>
          </a:prstGeom>
          <a:noFill/>
        </p:spPr>
      </p:pic>
      <p:pic>
        <p:nvPicPr>
          <p:cNvPr id="5" name="Picture 4">
            <a:extLst>
              <a:ext uri="{100B5E6A-7DB5-4EB4-B396-922248B2C26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C26F3588-4859-4C30-9611-2589685BEE87}"/>
              </a:ext>
            </a:extLst>
          </p:cNvPr>
          <p:cNvPicPr>
            <a:picLocks noChangeAspect="1"/>
          </p:cNvPicPr>
          <p:nvPr/>
        </p:nvPicPr>
        <p:blipFill>
          <a:blip r:embed="rId4"/>
          <a:stretch>
            <a:fillRect/>
          </a:stretch>
        </p:blipFill>
        <p:spPr>
          <a:xfrm>
            <a:off x="0" y="1095375"/>
            <a:ext cx="923786" cy="2951083"/>
          </a:xfrm>
          <a:prstGeom prst="rect">
            <a:avLst/>
          </a:prstGeom>
          <a:noFill/>
        </p:spPr>
      </p:pic>
      <p:sp>
        <p:nvSpPr>
          <p:cNvPr id="6" name="Freeform: Shape 5">
            <a:extLst>
              <a:ext uri="{F992E529-5F4F-4A2C-80D0-A9D8EF5D679C}">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EBF2F49-1A77-4464-8F3F-96C3779B8094}"/>
              </a:ext>
            </a:extLst>
          </p:cNvPr>
          <p:cNvSpPr/>
          <p:nvPr/>
        </p:nvSpPr>
        <p:spPr>
          <a:xfrm>
            <a:off x="-1478311" y="819643"/>
            <a:ext cx="2883585" cy="3482870"/>
          </a:xfrm>
          <a:custGeom>
            <a:avLst/>
            <a:gdLst/>
            <a:ahLst/>
            <a:cxnLst/>
            <a:rect l="0" t="0" r="r" b="b"/>
            <a:pathLst>
              <a:path w="2883585" h="3482870">
                <a:moveTo>
                  <a:pt x="1459525" y="0"/>
                </a:moveTo>
                <a:lnTo>
                  <a:pt x="2883585" y="0"/>
                </a:lnTo>
                <a:lnTo>
                  <a:pt x="2883585" y="3482870"/>
                </a:lnTo>
                <a:lnTo>
                  <a:pt x="1475140" y="3482870"/>
                </a:lnTo>
                <a:close/>
              </a:path>
            </a:pathLst>
          </a:custGeom>
          <a:gradFill rotWithShape="1">
            <a:gsLst>
              <a:gs pos="59031">
                <a:schemeClr val="accent3">
                  <a:alpha val="0"/>
                </a:schemeClr>
              </a:gs>
              <a:gs pos="0">
                <a:schemeClr val="accent3">
                  <a:alpha val="84000"/>
                </a:schemeClr>
              </a:gs>
            </a:gsLst>
            <a:path path="circle">
              <a:fillToRect l="50000" t="50000" r="50000" b="50000"/>
            </a:path>
            <a:tileRect/>
          </a:gradFill>
          <a:ln w="9525" cap="flat">
            <a:noFill/>
            <a:prstDash val="solid"/>
            <a:miter lim="800000"/>
          </a:ln>
          <a:effectLst/>
        </p:spPr>
        <p:style>
          <a:lnRef idx="1">
            <a:schemeClr val="accent1">
              <a:shade val="50000"/>
            </a:schemeClr>
          </a:lnRef>
          <a:fillRef idx="1">
            <a:schemeClr val="accent1"/>
          </a:fillRef>
          <a:effectRef idx="0">
            <a:schemeClr val="accent1"/>
          </a:effectRef>
          <a:fontRef idx="minor">
            <a:srgbClr val="FFFFFF"/>
          </a:fontRef>
        </p:style>
        <p:txBody>
          <a:bodyPr vert="horz" rtlCol="0" anchor="ctr">
            <a:noAutofit/>
          </a:bodyPr>
          <a:lstStyle/>
          <a:p>
            <a:pPr algn="ctr"/>
            <a:endParaRPr lang="en-US" dirty="0"/>
          </a:p>
        </p:txBody>
      </p:sp>
      <p:sp>
        <p:nvSpPr>
          <p:cNvPr id="7" name="Title 7">
            <a:extLst>
              <a:ext uri="{D3570CA1-1BF3-4CCD-88EB-D476B03AC70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2FEE7F8-B78D-4B5A-A964-1435E2CEAB36}"/>
              </a:ext>
            </a:extLst>
          </p:cNvPr>
          <p:cNvSpPr>
            <a:spLocks noGrp="1"/>
          </p:cNvSpPr>
          <p:nvPr>
            <p:ph type="title"/>
          </p:nvPr>
        </p:nvSpPr>
        <p:spPr/>
        <p:txBody>
          <a:bodyPr rtlCol="0"/>
          <a:lstStyle>
            <a:lvl1pPr lvl="0"/>
          </a:lstStyle>
          <a:p>
            <a:r>
              <a:rPr lang="en-US" dirty="0"/>
              <a:t>Click to edit Master title style</a:t>
            </a:r>
          </a:p>
        </p:txBody>
      </p:sp>
      <p:sp>
        <p:nvSpPr>
          <p:cNvPr id="8" name="Content Placeholder 2">
            <a:extLst>
              <a:ext uri="{4B27ED33-8DEB-498C-9812-73229B2E67E8}">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2606794-DF33-45DD-8C97-6383CC34751A}"/>
              </a:ext>
            </a:extLst>
          </p:cNvPr>
          <p:cNvSpPr>
            <a:spLocks noGrp="1"/>
          </p:cNvSpPr>
          <p:nvPr>
            <p:ph idx="1"/>
          </p:nvPr>
        </p:nvSpPr>
        <p:spPr/>
        <p:txBody>
          <a:bodyPr rtlCol="0"/>
          <a:lstStyle>
            <a:lvl1pPr lvl="0"/>
            <a:lvl2pPr lvl="1"/>
            <a:lvl3pPr lvl="2"/>
            <a:lvl4pPr lvl="3"/>
            <a:lvl5pPr lvl="4"/>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4">
            <a:extLst>
              <a:ext uri="{EA6090A9-0A8B-4D44-B3C4-A3BD7BD9C27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1B26DA87-988A-4807-B8A7-2779165EEF62}"/>
              </a:ext>
            </a:extLst>
          </p:cNvPr>
          <p:cNvSpPr>
            <a:spLocks noGrp="1"/>
          </p:cNvSpPr>
          <p:nvPr>
            <p:ph type="sldNum" sz="quarter" idx="12"/>
          </p:nvPr>
        </p:nvSpPr>
        <p:spPr/>
        <p:txBody>
          <a:bodyPr rtlCol="0"/>
          <a:lstStyle/>
          <a:p>
            <a:r>
              <a:rPr lang="en-US" dirty="0"/>
              <a:t>&lt;#&gt;</a:t>
            </a:r>
          </a:p>
        </p:txBody>
      </p:sp>
      <p:sp>
        <p:nvSpPr>
          <p:cNvPr id="10" name="Footer Placeholder 3">
            <a:extLst>
              <a:ext uri="{5DD0A7A2-6B69-4531-A25C-CB4963487CC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13CC16C3-5D0F-458F-84CA-0D218A05936F}"/>
              </a:ext>
            </a:extLst>
          </p:cNvPr>
          <p:cNvSpPr>
            <a:spLocks noGrp="1"/>
          </p:cNvSpPr>
          <p:nvPr>
            <p:ph type="ftr" sz="quarter" idx="11"/>
          </p:nvPr>
        </p:nvSpPr>
        <p:spPr/>
        <p:txBody>
          <a:bodyPr rtlCol="0"/>
          <a:lstStyle/>
          <a:p>
            <a:r>
              <a:rPr lang="en-US" dirty="0"/>
              <a:t>Footer</a:t>
            </a:r>
          </a:p>
        </p:txBody>
      </p:sp>
      <p:sp>
        <p:nvSpPr>
          <p:cNvPr id="11" name="Date Placeholder 1">
            <a:extLst>
              <a:ext uri="{6C26D21D-3F3F-4CDB-8367-8C117CC76BC3}">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2313503-0D1C-46B6-B290-17AF4B9F8B6A}"/>
              </a:ext>
            </a:extLst>
          </p:cNvPr>
          <p:cNvSpPr>
            <a:spLocks noGrp="1"/>
          </p:cNvSpPr>
          <p:nvPr>
            <p:ph type="dt" sz="half" idx="10"/>
          </p:nvPr>
        </p:nvSpPr>
        <p:spPr/>
        <p:txBody>
          <a:bodyPr rtlCol="0"/>
          <a:lstStyle/>
          <a:p>
            <a:r>
              <a:rPr lang="en-US" dirty="0"/>
              <a:t>Date</a:t>
            </a:r>
          </a:p>
        </p:txBody>
      </p:sp>
    </p:spTree>
    <p:extLst>
      <p:ext uri="{6C49B001-8682-4B14-94DC-B0062BD6B13A}">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055381293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Freeform: Shape 1">
            <a:extLst>
              <a:ext uri="{8D2D9F76-1FE7-4D9F-8F28-213066BEA9C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B7CF34A-8D6E-439E-96AA-64DE58C7F6E0}"/>
              </a:ext>
            </a:extLst>
          </p:cNvPr>
          <p:cNvSpPr/>
          <p:nvPr/>
        </p:nvSpPr>
        <p:spPr>
          <a:xfrm>
            <a:off x="3296491" y="-1472225"/>
            <a:ext cx="2522559" cy="3046814"/>
          </a:xfrm>
          <a:custGeom>
            <a:avLst/>
            <a:gdLst/>
            <a:ahLst/>
            <a:cxnLst/>
            <a:rect l="0" t="0" r="r" b="b"/>
            <a:pathLst>
              <a:path w="2522560" h="3046815">
                <a:moveTo>
                  <a:pt x="2522560" y="1489543"/>
                </a:moveTo>
                <a:lnTo>
                  <a:pt x="2522560" y="3046814"/>
                </a:lnTo>
                <a:lnTo>
                  <a:pt x="0" y="3046814"/>
                </a:lnTo>
                <a:lnTo>
                  <a:pt x="0" y="1486453"/>
                </a:lnTo>
                <a:close/>
              </a:path>
            </a:pathLst>
          </a:custGeom>
          <a:gradFill rotWithShape="1">
            <a:gsLst>
              <a:gs pos="59031">
                <a:schemeClr val="accent3">
                  <a:alpha val="0"/>
                </a:schemeClr>
              </a:gs>
              <a:gs pos="0">
                <a:schemeClr val="accent3">
                  <a:alpha val="74000"/>
                </a:schemeClr>
              </a:gs>
            </a:gsLst>
            <a:path path="circle">
              <a:fillToRect l="50000" t="50000" r="50000" b="50000"/>
            </a:path>
            <a:tileRect/>
          </a:gradFill>
          <a:ln w="9525" cap="flat">
            <a:noFill/>
            <a:prstDash val="solid"/>
            <a:miter lim="800000"/>
          </a:ln>
          <a:effectLst/>
        </p:spPr>
        <p:style>
          <a:lnRef idx="1">
            <a:schemeClr val="accent1">
              <a:shade val="50000"/>
            </a:schemeClr>
          </a:lnRef>
          <a:fillRef idx="1">
            <a:schemeClr val="accent1"/>
          </a:fillRef>
          <a:effectRef idx="0">
            <a:schemeClr val="accent1"/>
          </a:effectRef>
          <a:fontRef idx="minor">
            <a:srgbClr val="FFFFFF"/>
          </a:fontRef>
        </p:style>
        <p:txBody>
          <a:bodyPr vert="horz" rtlCol="0" anchor="ctr">
            <a:noAutofit/>
          </a:bodyPr>
          <a:lstStyle/>
          <a:p>
            <a:pPr algn="ctr"/>
            <a:endParaRPr lang="en-US" dirty="0"/>
          </a:p>
        </p:txBody>
      </p:sp>
      <p:cxnSp>
        <p:nvCxnSpPr>
          <p:cNvPr id="3" name="Straight Connector 4">
            <a:extLst>
              <a:ext uri="{9BFDD26E-A89A-4F26-8C29-4FF3B5270A2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8AF57F3-CC6A-4294-9015-23D2DC1A5087}"/>
              </a:ext>
            </a:extLst>
          </p:cNvPr>
          <p:cNvCxnSpPr/>
          <p:nvPr/>
        </p:nvCxnSpPr>
        <p:spPr>
          <a:xfrm rot="10800000" flipH="1" flipV="1">
            <a:off x="1581150" y="2781071"/>
            <a:ext cx="5975132" cy="0"/>
          </a:xfrm>
          <a:prstGeom prst="line">
            <a:avLst/>
          </a:prstGeom>
          <a:ln w="6350">
            <a:solidFill>
              <a:schemeClr val="tx2">
                <a:alpha val="30000"/>
                <a:lumMod val="40000"/>
                <a:lumOff val="60000"/>
              </a:schemeClr>
            </a:solidFill>
            <a:prstDash val="solid"/>
          </a:ln>
        </p:spPr>
        <p:style>
          <a:lnRef idx="2">
            <a:schemeClr val="accent1"/>
          </a:lnRef>
          <a:fillRef idx="0">
            <a:schemeClr val="accent1"/>
          </a:fillRef>
          <a:effectRef idx="0">
            <a:schemeClr val="accent1"/>
          </a:effectRef>
          <a:fontRef idx="minor">
            <a:schemeClr val="tx1"/>
          </a:fontRef>
        </p:style>
      </p:cxnSp>
      <p:pic>
        <p:nvPicPr>
          <p:cNvPr id="4" name="Picture 3">
            <a:extLst>
              <a:ext uri="{C2D585AA-2F9A-4307-86BC-AE9812FD48D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9D07E83-2ACF-4669-B260-6FEA8E8B1CA2}"/>
              </a:ext>
            </a:extLst>
          </p:cNvPr>
          <p:cNvPicPr>
            <a:picLocks noChangeAspect="1"/>
          </p:cNvPicPr>
          <p:nvPr/>
        </p:nvPicPr>
        <p:blipFill>
          <a:blip r:embed="rId3"/>
          <a:stretch>
            <a:fillRect/>
          </a:stretch>
        </p:blipFill>
        <p:spPr>
          <a:xfrm>
            <a:off x="3353464" y="0"/>
            <a:ext cx="2440552" cy="906706"/>
          </a:xfrm>
          <a:prstGeom prst="rect">
            <a:avLst/>
          </a:prstGeom>
          <a:noFill/>
        </p:spPr>
      </p:pic>
      <p:pic>
        <p:nvPicPr>
          <p:cNvPr id="5" name="Picture 4">
            <a:extLst>
              <a:ext uri="{200065E6-802E-405C-89D9-B9CA13C437A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DE40709A-370D-45CE-8B05-A095CC62A241}"/>
              </a:ext>
            </a:extLst>
          </p:cNvPr>
          <p:cNvPicPr>
            <a:picLocks noChangeAspect="1"/>
          </p:cNvPicPr>
          <p:nvPr/>
        </p:nvPicPr>
        <p:blipFill>
          <a:blip r:embed="rId4">
            <a:alphaModFix amt="39999"/>
          </a:blip>
          <a:stretch>
            <a:fillRect/>
          </a:stretch>
        </p:blipFill>
        <p:spPr>
          <a:xfrm>
            <a:off x="7382238" y="9162"/>
            <a:ext cx="1743075" cy="5143500"/>
          </a:xfrm>
          <a:prstGeom prst="rect">
            <a:avLst/>
          </a:prstGeom>
          <a:noFill/>
        </p:spPr>
      </p:pic>
      <p:pic>
        <p:nvPicPr>
          <p:cNvPr id="6" name="Picture 5">
            <a:extLst>
              <a:ext uri="{42FCB2BA-D85E-425B-B6AC-7941AC1C81E5}">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F66A9A7-7D98-4C0F-A7E7-FFD136264372}"/>
              </a:ext>
            </a:extLst>
          </p:cNvPr>
          <p:cNvPicPr>
            <a:picLocks noChangeAspect="1"/>
          </p:cNvPicPr>
          <p:nvPr/>
        </p:nvPicPr>
        <p:blipFill>
          <a:blip r:embed="rId5">
            <a:alphaModFix amt="12000"/>
          </a:blip>
          <a:stretch>
            <a:fillRect/>
          </a:stretch>
        </p:blipFill>
        <p:spPr>
          <a:xfrm>
            <a:off x="5762988" y="0"/>
            <a:ext cx="3366038" cy="5143500"/>
          </a:xfrm>
          <a:prstGeom prst="rect">
            <a:avLst/>
          </a:prstGeom>
          <a:noFill/>
        </p:spPr>
      </p:pic>
      <p:pic>
        <p:nvPicPr>
          <p:cNvPr id="7" name="Picture 6">
            <a:extLst>
              <a:ext uri="{C49ABF2A-4401-41DD-A372-5FB1C0E84D73}">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145F5A24-D9D8-4D5A-96DD-C4FF4A7F40B6}"/>
              </a:ext>
            </a:extLst>
          </p:cNvPr>
          <p:cNvPicPr>
            <a:picLocks noChangeAspect="1"/>
          </p:cNvPicPr>
          <p:nvPr/>
        </p:nvPicPr>
        <p:blipFill>
          <a:blip r:embed="rId6">
            <a:alphaModFix amt="39999"/>
          </a:blip>
          <a:stretch>
            <a:fillRect/>
          </a:stretch>
        </p:blipFill>
        <p:spPr>
          <a:xfrm>
            <a:off x="0" y="0"/>
            <a:ext cx="1752600" cy="5143500"/>
          </a:xfrm>
          <a:prstGeom prst="rect">
            <a:avLst/>
          </a:prstGeom>
          <a:noFill/>
        </p:spPr>
      </p:pic>
      <p:pic>
        <p:nvPicPr>
          <p:cNvPr id="8" name="Picture 7">
            <a:extLst>
              <a:ext uri="{AA94EB9E-D970-4B70-B1BB-7556D656122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FF587C68-13DA-4DC3-A16B-EC3D8DF70573}"/>
              </a:ext>
            </a:extLst>
          </p:cNvPr>
          <p:cNvPicPr>
            <a:picLocks noChangeAspect="1"/>
          </p:cNvPicPr>
          <p:nvPr/>
        </p:nvPicPr>
        <p:blipFill>
          <a:blip r:embed="rId7">
            <a:alphaModFix amt="12000"/>
          </a:blip>
          <a:stretch>
            <a:fillRect/>
          </a:stretch>
        </p:blipFill>
        <p:spPr>
          <a:xfrm>
            <a:off x="0" y="0"/>
            <a:ext cx="3800475" cy="5143500"/>
          </a:xfrm>
          <a:prstGeom prst="rect">
            <a:avLst/>
          </a:prstGeom>
          <a:noFill/>
        </p:spPr>
      </p:pic>
      <p:sp>
        <p:nvSpPr>
          <p:cNvPr id="9" name="Text Placeholder 2">
            <a:extLst>
              <a:ext uri="{D9DDA3D8-DD2C-4C2A-9C3E-7DDBC95D65EC}">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EC0DD12E-281D-45A5-B9E8-DE3F3687D862}"/>
              </a:ext>
            </a:extLst>
          </p:cNvPr>
          <p:cNvSpPr>
            <a:spLocks noGrp="1"/>
          </p:cNvSpPr>
          <p:nvPr>
            <p:ph type="body"/>
          </p:nvPr>
        </p:nvSpPr>
        <p:spPr>
          <a:xfrm>
            <a:off x="905541" y="2379550"/>
            <a:ext cx="7332916" cy="381559"/>
          </a:xfrm>
          <a:prstGeom prst="rect">
            <a:avLst/>
          </a:prstGeom>
        </p:spPr>
        <p:txBody>
          <a:bodyPr vert="horz" lIns="0" tIns="0" rIns="0" bIns="0" rtlCol="0" anchor="b">
            <a:normAutofit/>
          </a:bodyPr>
          <a:lstStyle>
            <a:lvl1pPr marL="0" lvl="0" indent="0" algn="ctr">
              <a:lnSpc>
                <a:spcPct val="100000"/>
              </a:lnSpc>
              <a:buNone/>
              <a:defRPr lang="en-US" sz="1800" i="0" cap="all" dirty="0">
                <a:solidFill>
                  <a:schemeClr val="accent3">
                    <a:lumMod val="60000"/>
                    <a:lumOff val="40000"/>
                  </a:schemeClr>
                </a:solidFill>
                <a:latin typeface="Josefin Sans-demi_bold"/>
              </a:defRPr>
            </a:lvl1pPr>
            <a:lvl2pPr marL="457200" lvl="1" indent="0">
              <a:buNone/>
              <a:defRPr lang="en-US" sz="1800" dirty="0">
                <a:solidFill>
                  <a:schemeClr val="tx1">
                    <a:tint val="75000"/>
                  </a:schemeClr>
                </a:solidFill>
                <a:latin typeface="+mn-lt"/>
              </a:defRPr>
            </a:lvl2pPr>
            <a:lvl3pPr marL="914400" lvl="2" indent="0">
              <a:buNone/>
              <a:defRPr lang="en-US" sz="1600" dirty="0">
                <a:solidFill>
                  <a:schemeClr val="tx1">
                    <a:tint val="75000"/>
                  </a:schemeClr>
                </a:solidFill>
                <a:latin typeface="+mn-lt"/>
              </a:defRPr>
            </a:lvl3pPr>
            <a:lvl4pPr marL="1371600" lvl="3" indent="0">
              <a:buNone/>
              <a:defRPr lang="en-US" sz="1400" dirty="0">
                <a:solidFill>
                  <a:schemeClr val="tx1">
                    <a:tint val="75000"/>
                  </a:schemeClr>
                </a:solidFill>
                <a:latin typeface="+mn-lt"/>
              </a:defRPr>
            </a:lvl4pPr>
            <a:lvl5pPr marL="1828800" lvl="4" indent="0">
              <a:buNone/>
              <a:defRPr lang="en-US" sz="1400" dirty="0">
                <a:solidFill>
                  <a:schemeClr val="tx1">
                    <a:tint val="75000"/>
                  </a:schemeClr>
                </a:solidFill>
                <a:latin typeface="+mn-lt"/>
              </a:defRPr>
            </a:lvl5pPr>
            <a:lvl6pPr marL="2286000" lvl="5" indent="0">
              <a:buNone/>
              <a:defRPr lang="en-US" sz="1400" dirty="0">
                <a:solidFill>
                  <a:schemeClr val="tx1">
                    <a:tint val="75000"/>
                  </a:schemeClr>
                </a:solidFill>
                <a:latin typeface="+mn-lt"/>
              </a:defRPr>
            </a:lvl6pPr>
            <a:lvl7pPr marL="2743200" lvl="6" indent="0">
              <a:buNone/>
              <a:defRPr lang="en-US" sz="1400" dirty="0">
                <a:solidFill>
                  <a:schemeClr val="tx1">
                    <a:tint val="75000"/>
                  </a:schemeClr>
                </a:solidFill>
                <a:latin typeface="+mn-lt"/>
              </a:defRPr>
            </a:lvl7pPr>
            <a:lvl8pPr marL="3200400" lvl="7" indent="0">
              <a:buNone/>
              <a:defRPr lang="en-US" sz="1400" dirty="0">
                <a:solidFill>
                  <a:schemeClr val="tx1">
                    <a:tint val="75000"/>
                  </a:schemeClr>
                </a:solidFill>
                <a:latin typeface="+mn-lt"/>
              </a:defRPr>
            </a:lvl8pPr>
            <a:lvl9pPr marL="3657600" lvl="8" indent="0">
              <a:buNone/>
              <a:defRPr lang="en-US" sz="1400" dirty="0">
                <a:solidFill>
                  <a:schemeClr val="tx1">
                    <a:tint val="75000"/>
                  </a:schemeClr>
                </a:solidFill>
                <a:latin typeface="+mn-lt"/>
              </a:defRPr>
            </a:lvl9pPr>
          </a:lstStyle>
          <a:p>
            <a:pPr lvl="0"/>
            <a:r>
              <a:rPr lang="en-US" dirty="0"/>
              <a:t>Click to edit Master text styles</a:t>
            </a:r>
          </a:p>
        </p:txBody>
      </p:sp>
      <p:sp>
        <p:nvSpPr>
          <p:cNvPr id="10" name="Title 1">
            <a:extLst>
              <a:ext uri="{802468B3-73AD-430F-B4B7-37259C467ED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3919D9E-8C1D-4B1D-A08D-6CC26D1CD924}"/>
              </a:ext>
            </a:extLst>
          </p:cNvPr>
          <p:cNvSpPr>
            <a:spLocks noGrp="1"/>
          </p:cNvSpPr>
          <p:nvPr>
            <p:ph type="title" idx="1"/>
          </p:nvPr>
        </p:nvSpPr>
        <p:spPr>
          <a:xfrm>
            <a:off x="905541" y="2801031"/>
            <a:ext cx="7332916" cy="773220"/>
          </a:xfrm>
          <a:prstGeom prst="rect">
            <a:avLst/>
          </a:prstGeom>
        </p:spPr>
        <p:txBody>
          <a:bodyPr vert="horz" rtlCol="0" anchor="t"/>
          <a:lstStyle>
            <a:lvl1pPr lvl="0" algn="ctr">
              <a:defRPr lang="en-US" sz="4400" b="1" dirty="0">
                <a:solidFill>
                  <a:srgbClr val="FFFFFF"/>
                </a:solidFill>
                <a:latin typeface="+mj-lt"/>
              </a:defRPr>
            </a:lvl1pPr>
          </a:lstStyle>
          <a:p>
            <a:r>
              <a:rPr lang="en-US" dirty="0"/>
              <a:t>Click to edit Master title style</a:t>
            </a:r>
          </a:p>
        </p:txBody>
      </p:sp>
      <p:sp>
        <p:nvSpPr>
          <p:cNvPr id="11" name="Slide Number Placeholder 5">
            <a:extLst>
              <a:ext uri="{8C7F17A3-DAE0-45F9-A60B-C168ABC950A8}">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C82F505A-B89A-4CD9-8B80-10E1670A6DFF}"/>
              </a:ext>
            </a:extLst>
          </p:cNvPr>
          <p:cNvSpPr>
            <a:spLocks noGrp="1"/>
          </p:cNvSpPr>
          <p:nvPr>
            <p:ph type="sldNum" sz="quarter" idx="12"/>
          </p:nvPr>
        </p:nvSpPr>
        <p:spPr/>
        <p:txBody>
          <a:bodyPr rtlCol="0"/>
          <a:lstStyle>
            <a:lvl1pPr lvl="0"/>
          </a:lstStyle>
          <a:p>
            <a:r>
              <a:rPr lang="en-US" dirty="0"/>
              <a:t>&lt;#&gt;</a:t>
            </a:r>
          </a:p>
        </p:txBody>
      </p:sp>
      <p:sp>
        <p:nvSpPr>
          <p:cNvPr id="12" name="Footer Placeholder 4">
            <a:extLst>
              <a:ext uri="{6BB0D474-81CF-4731-9D96-E1FAAA41380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A22F943-56DB-4974-B8D0-219CD4428CD6}"/>
              </a:ext>
            </a:extLst>
          </p:cNvPr>
          <p:cNvSpPr>
            <a:spLocks noGrp="1"/>
          </p:cNvSpPr>
          <p:nvPr>
            <p:ph type="ftr" sz="quarter" idx="11"/>
          </p:nvPr>
        </p:nvSpPr>
        <p:spPr/>
        <p:txBody>
          <a:bodyPr rtlCol="0"/>
          <a:lstStyle>
            <a:lvl1pPr lvl="0"/>
          </a:lstStyle>
          <a:p>
            <a:r>
              <a:rPr lang="en-US" dirty="0"/>
              <a:t>Footer</a:t>
            </a:r>
          </a:p>
        </p:txBody>
      </p:sp>
      <p:sp>
        <p:nvSpPr>
          <p:cNvPr id="13" name="Date Placeholder 3">
            <a:extLst>
              <a:ext uri="{EB6C430B-4ABB-4B56-BE9C-A2DFFF4A4AD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4677B98F-6648-4E4D-9F5A-11D8ED8326E6}"/>
              </a:ext>
            </a:extLst>
          </p:cNvPr>
          <p:cNvSpPr>
            <a:spLocks noGrp="1"/>
          </p:cNvSpPr>
          <p:nvPr>
            <p:ph type="dt" sz="half" idx="10"/>
          </p:nvPr>
        </p:nvSpPr>
        <p:spPr/>
        <p:txBody>
          <a:bodyPr rtlCol="0"/>
          <a:lstStyle>
            <a:lvl1pPr lvl="0"/>
          </a:lstStyle>
          <a:p>
            <a:r>
              <a:rPr lang="en-US" dirty="0"/>
              <a:t>Date</a:t>
            </a:r>
          </a:p>
        </p:txBody>
      </p:sp>
    </p:spTree>
    <p:custDataLst>
      <p:tags r:id="rId1"/>
    </p:custDataLst>
    <p:extLst>
      <p:ext uri="{30C172B8-1E21-4D49-B28A-BD625CE9A6E5}">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055381293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2" name="Picture 1">
            <a:extLst>
              <a:ext uri="{B5BB3E92-C0E7-409C-9D0E-313FF0519DA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9AEDFB09-535D-4655-BF4A-FCE6AE4481AB}"/>
              </a:ext>
            </a:extLst>
          </p:cNvPr>
          <p:cNvPicPr>
            <a:picLocks noChangeAspect="1"/>
          </p:cNvPicPr>
          <p:nvPr/>
        </p:nvPicPr>
        <p:blipFill>
          <a:blip r:embed="rId2"/>
          <a:stretch>
            <a:fillRect/>
          </a:stretch>
        </p:blipFill>
        <p:spPr>
          <a:xfrm>
            <a:off x="7298973" y="0"/>
            <a:ext cx="1848903" cy="686899"/>
          </a:xfrm>
          <a:prstGeom prst="rect">
            <a:avLst/>
          </a:prstGeom>
          <a:noFill/>
        </p:spPr>
      </p:pic>
      <p:sp>
        <p:nvSpPr>
          <p:cNvPr id="3" name="Freeform: Shape 2">
            <a:extLst>
              <a:ext uri="{2520F161-8F63-4C6E-AB3C-D6B611492734}">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28D8CE7-5DA6-463E-B856-6AC4DAA83D1A}"/>
              </a:ext>
            </a:extLst>
          </p:cNvPr>
          <p:cNvSpPr/>
          <p:nvPr/>
        </p:nvSpPr>
        <p:spPr>
          <a:xfrm>
            <a:off x="7106336" y="-621298"/>
            <a:ext cx="2056635" cy="1750070"/>
          </a:xfrm>
          <a:custGeom>
            <a:avLst/>
            <a:gdLst/>
            <a:ahLst/>
            <a:cxnLst/>
            <a:rect l="0" t="0" r="r" b="b"/>
            <a:pathLst>
              <a:path w="1903312" h="1245252">
                <a:moveTo>
                  <a:pt x="1893787" y="0"/>
                </a:moveTo>
                <a:lnTo>
                  <a:pt x="1903312" y="1245252"/>
                </a:lnTo>
                <a:lnTo>
                  <a:pt x="0" y="1245252"/>
                </a:lnTo>
                <a:lnTo>
                  <a:pt x="0" y="2655"/>
                </a:lnTo>
                <a:close/>
              </a:path>
            </a:pathLst>
          </a:custGeom>
          <a:gradFill rotWithShape="1">
            <a:gsLst>
              <a:gs pos="59031">
                <a:schemeClr val="accent2">
                  <a:alpha val="0"/>
                </a:schemeClr>
              </a:gs>
              <a:gs pos="0">
                <a:schemeClr val="accent1">
                  <a:alpha val="26999"/>
                </a:schemeClr>
              </a:gs>
            </a:gsLst>
            <a:path path="circle">
              <a:fillToRect l="50000" t="50000" r="50000" b="50000"/>
            </a:path>
            <a:tileRect/>
          </a:gradFill>
          <a:ln w="9525" cap="flat">
            <a:noFill/>
            <a:prstDash val="solid"/>
            <a:miter lim="800000"/>
          </a:ln>
          <a:effectLst/>
        </p:spPr>
        <p:style>
          <a:lnRef idx="1">
            <a:schemeClr val="accent1">
              <a:shade val="50000"/>
            </a:schemeClr>
          </a:lnRef>
          <a:fillRef idx="1">
            <a:schemeClr val="accent1"/>
          </a:fillRef>
          <a:effectRef idx="0">
            <a:schemeClr val="accent1"/>
          </a:effectRef>
          <a:fontRef idx="minor">
            <a:srgbClr val="FFFFFF"/>
          </a:fontRef>
        </p:style>
        <p:txBody>
          <a:bodyPr vert="horz" rtlCol="0" anchor="ctr">
            <a:noAutofit/>
          </a:bodyPr>
          <a:lstStyle/>
          <a:p>
            <a:pPr algn="ctr"/>
            <a:endParaRPr lang="en-US" dirty="0"/>
          </a:p>
        </p:txBody>
      </p:sp>
      <p:sp>
        <p:nvSpPr>
          <p:cNvPr id="4" name="Title 1">
            <a:extLst>
              <a:ext uri="{5EF64B58-C7FC-48BA-BAA6-CD7D4459ECE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5EAB0B4-5A7B-488D-9F06-08DEC9B1A3BD}"/>
              </a:ext>
            </a:extLst>
          </p:cNvPr>
          <p:cNvSpPr>
            <a:spLocks noGrp="1"/>
          </p:cNvSpPr>
          <p:nvPr>
            <p:ph type="title"/>
          </p:nvPr>
        </p:nvSpPr>
        <p:spPr/>
        <p:txBody>
          <a:bodyPr rtlCol="0"/>
          <a:lstStyle>
            <a:lvl1pPr lvl="0"/>
          </a:lstStyle>
          <a:p>
            <a:r>
              <a:rPr lang="en-US" dirty="0"/>
              <a:t>Click to edit Master title style</a:t>
            </a:r>
          </a:p>
        </p:txBody>
      </p:sp>
      <p:sp>
        <p:nvSpPr>
          <p:cNvPr id="5" name="Content Placeholder 2">
            <a:extLst>
              <a:ext uri="{12A0E16B-4F41-4F94-94D5-34377EA7868C}">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2D14FEC-2BB7-4A00-8972-798592D83FE3}"/>
              </a:ext>
            </a:extLst>
          </p:cNvPr>
          <p:cNvSpPr>
            <a:spLocks noGrp="1"/>
          </p:cNvSpPr>
          <p:nvPr>
            <p:ph idx="1"/>
          </p:nvPr>
        </p:nvSpPr>
        <p:spPr>
          <a:xfrm>
            <a:off x="914400" y="1076325"/>
            <a:ext cx="3619500" cy="3409950"/>
          </a:xfrm>
        </p:spPr>
        <p:txBody>
          <a:bodyPr rtlCol="0"/>
          <a:lstStyle>
            <a:lvl1pPr lvl="0"/>
            <a:lvl2pPr lvl="1"/>
            <a:lvl3pPr lvl="2"/>
            <a:lvl4pPr lvl="3"/>
            <a:lvl5pPr lvl="4"/>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2">
            <a:extLst>
              <a:ext uri="{D94CD2EE-4FEA-4CC9-9B64-51140B7CBAE5}">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171AD263-B42C-477A-ABD6-8AEA9E7C5400}"/>
              </a:ext>
            </a:extLst>
          </p:cNvPr>
          <p:cNvSpPr>
            <a:spLocks noGrp="1"/>
          </p:cNvSpPr>
          <p:nvPr>
            <p:ph idx="2"/>
          </p:nvPr>
        </p:nvSpPr>
        <p:spPr>
          <a:xfrm>
            <a:off x="4610100" y="1076325"/>
            <a:ext cx="3619500" cy="3409950"/>
          </a:xfrm>
        </p:spPr>
        <p:txBody>
          <a:bodyPr rtlCol="0"/>
          <a:lstStyle>
            <a:lvl1pPr lvl="0"/>
            <a:lvl2pPr lvl="1"/>
            <a:lvl3pPr lvl="2"/>
            <a:lvl4pPr lvl="3"/>
            <a:lvl5pPr lvl="4"/>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a:extLst>
              <a:ext uri="{5230A068-1724-489D-95C0-D4522383BF1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AD43DCC-3949-47A0-84E4-5C47EC3A5A1B}"/>
              </a:ext>
            </a:extLst>
          </p:cNvPr>
          <p:cNvSpPr>
            <a:spLocks noGrp="1"/>
          </p:cNvSpPr>
          <p:nvPr>
            <p:ph type="sldNum" sz="quarter" idx="12"/>
          </p:nvPr>
        </p:nvSpPr>
        <p:spPr/>
        <p:txBody>
          <a:bodyPr rtlCol="0"/>
          <a:lstStyle/>
          <a:p>
            <a:r>
              <a:rPr lang="en-US" dirty="0"/>
              <a:t>&lt;#&gt;</a:t>
            </a:r>
          </a:p>
        </p:txBody>
      </p:sp>
      <p:sp>
        <p:nvSpPr>
          <p:cNvPr id="8" name="Footer Placeholder 5">
            <a:extLst>
              <a:ext uri="{83C811F3-CB68-49B8-851E-23894E07F08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E4989691-6C75-4ADB-AB7B-B5DA95AE18D9}"/>
              </a:ext>
            </a:extLst>
          </p:cNvPr>
          <p:cNvSpPr>
            <a:spLocks noGrp="1"/>
          </p:cNvSpPr>
          <p:nvPr>
            <p:ph type="ftr" sz="quarter" idx="11"/>
          </p:nvPr>
        </p:nvSpPr>
        <p:spPr/>
        <p:txBody>
          <a:bodyPr rtlCol="0"/>
          <a:lstStyle/>
          <a:p>
            <a:r>
              <a:rPr lang="en-US" dirty="0"/>
              <a:t>Footer</a:t>
            </a:r>
          </a:p>
        </p:txBody>
      </p:sp>
      <p:sp>
        <p:nvSpPr>
          <p:cNvPr id="9" name="Date Placeholder 4">
            <a:extLst>
              <a:ext uri="{F8A73769-1308-4E30-8957-2D7DF6825A94}">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CB15DD0-4CB1-4E11-BAB3-D213B50EBD0C}"/>
              </a:ext>
            </a:extLst>
          </p:cNvPr>
          <p:cNvSpPr>
            <a:spLocks noGrp="1"/>
          </p:cNvSpPr>
          <p:nvPr>
            <p:ph type="dt" sz="half" idx="10"/>
          </p:nvPr>
        </p:nvSpPr>
        <p:spPr/>
        <p:txBody>
          <a:bodyPr rtlCol="0"/>
          <a:lstStyle/>
          <a:p>
            <a:r>
              <a:rPr lang="en-US" dirty="0"/>
              <a:t>Date</a:t>
            </a:r>
          </a:p>
        </p:txBody>
      </p:sp>
    </p:spTree>
    <p:extLst>
      <p:ext uri="{C18EFEA7-6CBD-4AAE-A646-B6DFD20A18DA}">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055381294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 name="Picture 1">
            <a:extLst>
              <a:ext uri="{CB3C372B-EB9A-4150-9FB6-960939AF814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D039EF60-90EC-46BB-B5C9-9B1252D630BE}"/>
              </a:ext>
            </a:extLst>
          </p:cNvPr>
          <p:cNvPicPr>
            <a:picLocks noChangeAspect="1"/>
          </p:cNvPicPr>
          <p:nvPr/>
        </p:nvPicPr>
        <p:blipFill>
          <a:blip r:embed="rId3"/>
          <a:stretch>
            <a:fillRect/>
          </a:stretch>
        </p:blipFill>
        <p:spPr>
          <a:xfrm>
            <a:off x="0" y="1047750"/>
            <a:ext cx="955844" cy="3053495"/>
          </a:xfrm>
          <a:prstGeom prst="rect">
            <a:avLst/>
          </a:prstGeom>
          <a:noFill/>
        </p:spPr>
      </p:pic>
      <p:sp>
        <p:nvSpPr>
          <p:cNvPr id="3" name="Freeform: Shape 2">
            <a:extLst>
              <a:ext uri="{A2EAF4C9-A0F2-46AF-96B0-23DC3C72784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3413F725-0377-44EB-A1F6-E2BB53A3C67A}"/>
              </a:ext>
            </a:extLst>
          </p:cNvPr>
          <p:cNvSpPr/>
          <p:nvPr/>
        </p:nvSpPr>
        <p:spPr>
          <a:xfrm>
            <a:off x="-1754813" y="206704"/>
            <a:ext cx="3898531" cy="4708749"/>
          </a:xfrm>
          <a:custGeom>
            <a:avLst/>
            <a:gdLst/>
            <a:ahLst/>
            <a:cxnLst/>
            <a:rect l="0" t="0" r="r" b="b"/>
            <a:pathLst>
              <a:path w="3898531" h="4708749">
                <a:moveTo>
                  <a:pt x="1751642" y="0"/>
                </a:moveTo>
                <a:lnTo>
                  <a:pt x="3898531" y="0"/>
                </a:lnTo>
                <a:lnTo>
                  <a:pt x="3898531" y="4708749"/>
                </a:lnTo>
                <a:lnTo>
                  <a:pt x="1751642" y="4708749"/>
                </a:lnTo>
                <a:close/>
              </a:path>
            </a:pathLst>
          </a:custGeom>
          <a:gradFill rotWithShape="1">
            <a:gsLst>
              <a:gs pos="59031">
                <a:schemeClr val="accent3">
                  <a:alpha val="0"/>
                </a:schemeClr>
              </a:gs>
              <a:gs pos="0">
                <a:schemeClr val="accent3">
                  <a:alpha val="82000"/>
                </a:schemeClr>
              </a:gs>
            </a:gsLst>
            <a:path path="circle">
              <a:fillToRect l="50000" t="50000" r="50000" b="50000"/>
            </a:path>
            <a:tileRect/>
          </a:gradFill>
          <a:ln w="9525" cap="flat">
            <a:noFill/>
            <a:prstDash val="solid"/>
            <a:miter lim="800000"/>
          </a:ln>
          <a:effectLst/>
        </p:spPr>
        <p:style>
          <a:lnRef idx="1">
            <a:schemeClr val="accent1">
              <a:shade val="50000"/>
            </a:schemeClr>
          </a:lnRef>
          <a:fillRef idx="1">
            <a:schemeClr val="accent1"/>
          </a:fillRef>
          <a:effectRef idx="0">
            <a:schemeClr val="accent1"/>
          </a:effectRef>
          <a:fontRef idx="minor">
            <a:srgbClr val="FFFFFF"/>
          </a:fontRef>
        </p:style>
        <p:txBody>
          <a:bodyPr vert="horz" rtlCol="0" anchor="ctr">
            <a:noAutofit/>
          </a:bodyPr>
          <a:lstStyle/>
          <a:p>
            <a:pPr algn="ctr"/>
            <a:endParaRPr lang="en-US" dirty="0"/>
          </a:p>
        </p:txBody>
      </p:sp>
      <p:sp>
        <p:nvSpPr>
          <p:cNvPr id="4" name="Title 1">
            <a:extLst>
              <a:ext uri="{E16119F3-BAFF-49E8-957C-B2D601D85598}">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3CB13ABE-3BCC-4780-A618-F499FEADC896}"/>
              </a:ext>
            </a:extLst>
          </p:cNvPr>
          <p:cNvSpPr>
            <a:spLocks noGrp="1"/>
          </p:cNvSpPr>
          <p:nvPr>
            <p:ph type="title"/>
          </p:nvPr>
        </p:nvSpPr>
        <p:spPr/>
        <p:txBody>
          <a:bodyPr rtlCol="0"/>
          <a:lstStyle>
            <a:lvl1pPr lvl="0"/>
          </a:lstStyle>
          <a:p>
            <a:r>
              <a:rPr lang="en-US" dirty="0"/>
              <a:t>Click to edit Master title style</a:t>
            </a:r>
          </a:p>
        </p:txBody>
      </p:sp>
      <p:sp>
        <p:nvSpPr>
          <p:cNvPr id="5" name="Text Placeholder 2">
            <a:extLst>
              <a:ext uri="{5A875C6C-FF53-481D-8E1D-355974B8C975}">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136F4DB8-88B6-41C3-9472-9A8A137D8CC9}"/>
              </a:ext>
            </a:extLst>
          </p:cNvPr>
          <p:cNvSpPr>
            <a:spLocks noGrp="1"/>
          </p:cNvSpPr>
          <p:nvPr>
            <p:ph type="body" idx="1"/>
          </p:nvPr>
        </p:nvSpPr>
        <p:spPr>
          <a:xfrm>
            <a:off x="914400" y="1082485"/>
            <a:ext cx="3619500" cy="540644"/>
          </a:xfrm>
          <a:prstGeom prst="rect">
            <a:avLst/>
          </a:prstGeom>
          <a:solidFill>
            <a:schemeClr val="accent2">
              <a:alpha val="5000"/>
            </a:schemeClr>
          </a:solidFill>
        </p:spPr>
        <p:txBody>
          <a:bodyPr vert="horz" rtlCol="0" anchor="ctr">
            <a:normAutofit/>
          </a:bodyPr>
          <a:lstStyle>
            <a:lvl1pPr marL="0" lvl="0" indent="0">
              <a:buNone/>
              <a:defRPr lang="en-US" sz="1800" i="0" cap="none" dirty="0">
                <a:solidFill>
                  <a:schemeClr val="accent5"/>
                </a:solidFill>
                <a:latin typeface="Josefin Sans-demi_bold"/>
              </a:defRPr>
            </a:lvl1pPr>
            <a:lvl2pPr marL="457200" lvl="1" indent="0">
              <a:buNone/>
              <a:defRPr lang="en-US" sz="2000" b="1" dirty="0">
                <a:latin typeface="+mn-lt"/>
              </a:defRPr>
            </a:lvl2pPr>
            <a:lvl3pPr marL="914400" lvl="2" indent="0">
              <a:buNone/>
              <a:defRPr lang="en-US" sz="1800" b="1" dirty="0">
                <a:latin typeface="+mn-lt"/>
              </a:defRPr>
            </a:lvl3pPr>
            <a:lvl4pPr marL="1371600" lvl="3" indent="0">
              <a:buNone/>
              <a:defRPr lang="en-US" sz="1600" b="1" dirty="0">
                <a:latin typeface="+mn-lt"/>
              </a:defRPr>
            </a:lvl4pPr>
            <a:lvl5pPr marL="1828800" lvl="4" indent="0">
              <a:buNone/>
              <a:defRPr lang="en-US" sz="1600" b="1" dirty="0">
                <a:latin typeface="+mn-lt"/>
              </a:defRPr>
            </a:lvl5pPr>
            <a:lvl6pPr marL="2286000" lvl="5" indent="0">
              <a:buNone/>
              <a:defRPr lang="en-US" sz="1600" b="1" dirty="0">
                <a:latin typeface="+mn-lt"/>
              </a:defRPr>
            </a:lvl6pPr>
            <a:lvl7pPr marL="2743200" lvl="6" indent="0">
              <a:buNone/>
              <a:defRPr lang="en-US" sz="1600" b="1" dirty="0">
                <a:latin typeface="+mn-lt"/>
              </a:defRPr>
            </a:lvl7pPr>
            <a:lvl8pPr marL="3200400" lvl="7" indent="0">
              <a:buNone/>
              <a:defRPr lang="en-US" sz="1600" b="1" dirty="0">
                <a:latin typeface="+mn-lt"/>
              </a:defRPr>
            </a:lvl8pPr>
            <a:lvl9pPr marL="3657600" lvl="8" indent="0">
              <a:buNone/>
              <a:defRPr lang="en-US" sz="1600" b="1" dirty="0">
                <a:latin typeface="+mn-lt"/>
              </a:defRPr>
            </a:lvl9pPr>
          </a:lstStyle>
          <a:p>
            <a:pPr lvl="0"/>
            <a:r>
              <a:rPr lang="en-US" dirty="0"/>
              <a:t>Click to edit Master text styles</a:t>
            </a:r>
          </a:p>
        </p:txBody>
      </p:sp>
      <p:sp>
        <p:nvSpPr>
          <p:cNvPr id="6" name="Content Placeholder 2">
            <a:extLst>
              <a:ext uri="{E771322B-DFED-427D-BA7D-FADDC45D62A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5617E0D-0CA7-440E-96C1-B01104FD9639}"/>
              </a:ext>
            </a:extLst>
          </p:cNvPr>
          <p:cNvSpPr>
            <a:spLocks noGrp="1"/>
          </p:cNvSpPr>
          <p:nvPr>
            <p:ph idx="2"/>
          </p:nvPr>
        </p:nvSpPr>
        <p:spPr>
          <a:xfrm>
            <a:off x="914400" y="1664701"/>
            <a:ext cx="3619500" cy="2817186"/>
          </a:xfrm>
        </p:spPr>
        <p:txBody>
          <a:bodyPr rtlCol="0"/>
          <a:lstStyle>
            <a:lvl1pPr lvl="0"/>
            <a:lvl2pPr lvl="1"/>
            <a:lvl3pPr lvl="2"/>
            <a:lvl4pPr lvl="3"/>
            <a:lvl5pPr lvl="4"/>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4">
            <a:extLst>
              <a:ext uri="{918BCA6B-FF95-4B84-A8DB-CE0A10EE0CAC}">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10E52CC2-D415-4A3C-9255-13F27AAD6374}"/>
              </a:ext>
            </a:extLst>
          </p:cNvPr>
          <p:cNvSpPr>
            <a:spLocks noGrp="1"/>
          </p:cNvSpPr>
          <p:nvPr>
            <p:ph type="body" idx="3"/>
          </p:nvPr>
        </p:nvSpPr>
        <p:spPr>
          <a:xfrm>
            <a:off x="4609467" y="1082485"/>
            <a:ext cx="3619500" cy="540644"/>
          </a:xfrm>
          <a:prstGeom prst="rect">
            <a:avLst/>
          </a:prstGeom>
          <a:solidFill>
            <a:schemeClr val="accent2">
              <a:alpha val="5000"/>
            </a:schemeClr>
          </a:solidFill>
        </p:spPr>
        <p:txBody>
          <a:bodyPr vert="horz" rtlCol="0" anchor="ctr">
            <a:normAutofit/>
          </a:bodyPr>
          <a:lstStyle>
            <a:lvl1pPr marL="0" lvl="0" indent="0">
              <a:buNone/>
              <a:defRPr lang="en-US" sz="1800" i="0" cap="none" dirty="0">
                <a:solidFill>
                  <a:schemeClr val="accent5"/>
                </a:solidFill>
                <a:latin typeface="Josefin Sans-demi_bold"/>
              </a:defRPr>
            </a:lvl1pPr>
            <a:lvl2pPr marL="457200" lvl="1" indent="0">
              <a:buNone/>
              <a:defRPr lang="en-US" sz="2000" b="1" dirty="0">
                <a:latin typeface="+mn-lt"/>
              </a:defRPr>
            </a:lvl2pPr>
            <a:lvl3pPr marL="914400" lvl="2" indent="0">
              <a:buNone/>
              <a:defRPr lang="en-US" sz="1800" b="1" dirty="0">
                <a:latin typeface="+mn-lt"/>
              </a:defRPr>
            </a:lvl3pPr>
            <a:lvl4pPr marL="1371600" lvl="3" indent="0">
              <a:buNone/>
              <a:defRPr lang="en-US" sz="1600" b="1" dirty="0">
                <a:latin typeface="+mn-lt"/>
              </a:defRPr>
            </a:lvl4pPr>
            <a:lvl5pPr marL="1828800" lvl="4" indent="0">
              <a:buNone/>
              <a:defRPr lang="en-US" sz="1600" b="1" dirty="0">
                <a:latin typeface="+mn-lt"/>
              </a:defRPr>
            </a:lvl5pPr>
            <a:lvl6pPr marL="2286000" lvl="5" indent="0">
              <a:buNone/>
              <a:defRPr lang="en-US" sz="1600" b="1" dirty="0">
                <a:latin typeface="+mn-lt"/>
              </a:defRPr>
            </a:lvl6pPr>
            <a:lvl7pPr marL="2743200" lvl="6" indent="0">
              <a:buNone/>
              <a:defRPr lang="en-US" sz="1600" b="1" dirty="0">
                <a:latin typeface="+mn-lt"/>
              </a:defRPr>
            </a:lvl7pPr>
            <a:lvl8pPr marL="3200400" lvl="7" indent="0">
              <a:buNone/>
              <a:defRPr lang="en-US" sz="1600" b="1" dirty="0">
                <a:latin typeface="+mn-lt"/>
              </a:defRPr>
            </a:lvl8pPr>
            <a:lvl9pPr marL="3657600" lvl="8" indent="0">
              <a:buNone/>
              <a:defRPr lang="en-US" sz="1600" b="1" dirty="0">
                <a:latin typeface="+mn-lt"/>
              </a:defRPr>
            </a:lvl9pPr>
          </a:lstStyle>
          <a:p>
            <a:pPr lvl="0"/>
            <a:r>
              <a:rPr lang="en-US" dirty="0"/>
              <a:t>Click to edit Master text styles</a:t>
            </a:r>
          </a:p>
        </p:txBody>
      </p:sp>
      <p:sp>
        <p:nvSpPr>
          <p:cNvPr id="8" name="Content Placeholder 2">
            <a:extLst>
              <a:ext uri="{FF8DD8B9-D434-41D9-A020-8863B176387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47E136B-D5E7-4BB7-97AA-200E8629CB71}"/>
              </a:ext>
            </a:extLst>
          </p:cNvPr>
          <p:cNvSpPr>
            <a:spLocks noGrp="1"/>
          </p:cNvSpPr>
          <p:nvPr>
            <p:ph idx="4"/>
          </p:nvPr>
        </p:nvSpPr>
        <p:spPr>
          <a:xfrm>
            <a:off x="4609467" y="1664701"/>
            <a:ext cx="3619500" cy="2817186"/>
          </a:xfrm>
        </p:spPr>
        <p:txBody>
          <a:bodyPr rtlCol="0"/>
          <a:lstStyle>
            <a:lvl1pPr lvl="0"/>
            <a:lvl2pPr lvl="1"/>
            <a:lvl3pPr lvl="2"/>
            <a:lvl4pPr lvl="3"/>
            <a:lvl5pPr lvl="4"/>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6">
            <a:extLst>
              <a:ext uri="{599E9B53-BA57-4EDA-8CEF-4AA44E1D3AA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948870CE-35ED-48DE-AD96-433539F1E30F}"/>
              </a:ext>
            </a:extLst>
          </p:cNvPr>
          <p:cNvSpPr>
            <a:spLocks noGrp="1"/>
          </p:cNvSpPr>
          <p:nvPr>
            <p:ph type="sldNum" sz="quarter" idx="12"/>
          </p:nvPr>
        </p:nvSpPr>
        <p:spPr/>
        <p:txBody>
          <a:bodyPr rtlCol="0"/>
          <a:lstStyle/>
          <a:p>
            <a:r>
              <a:rPr lang="en-US" dirty="0"/>
              <a:t>&lt;#&gt;</a:t>
            </a:r>
          </a:p>
        </p:txBody>
      </p:sp>
      <p:sp>
        <p:nvSpPr>
          <p:cNvPr id="10" name="Footer Placeholder 5">
            <a:extLst>
              <a:ext uri="{369EBF74-FE20-4AA5-AD1A-CE60883E2D5B}">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37EED077-950A-4F96-96CE-C6916C7859B9}"/>
              </a:ext>
            </a:extLst>
          </p:cNvPr>
          <p:cNvSpPr>
            <a:spLocks noGrp="1"/>
          </p:cNvSpPr>
          <p:nvPr>
            <p:ph type="ftr" sz="quarter" idx="11"/>
          </p:nvPr>
        </p:nvSpPr>
        <p:spPr/>
        <p:txBody>
          <a:bodyPr rtlCol="0"/>
          <a:lstStyle/>
          <a:p>
            <a:r>
              <a:rPr lang="en-US" dirty="0"/>
              <a:t>Footer</a:t>
            </a:r>
          </a:p>
        </p:txBody>
      </p:sp>
      <p:sp>
        <p:nvSpPr>
          <p:cNvPr id="11" name="Date Placeholder 4">
            <a:extLst>
              <a:ext uri="{9671DD97-BA93-402F-A954-3D2DC6AE445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E20E2C5B-F03D-415C-952A-A36FBE4A6A5B}"/>
              </a:ext>
            </a:extLst>
          </p:cNvPr>
          <p:cNvSpPr>
            <a:spLocks noGrp="1"/>
          </p:cNvSpPr>
          <p:nvPr>
            <p:ph type="dt" sz="half" idx="10"/>
          </p:nvPr>
        </p:nvSpPr>
        <p:spPr/>
        <p:txBody>
          <a:bodyPr rtlCol="0"/>
          <a:lstStyle/>
          <a:p>
            <a:r>
              <a:rPr lang="en-US" dirty="0"/>
              <a:t>Date</a:t>
            </a:r>
          </a:p>
        </p:txBody>
      </p:sp>
    </p:spTree>
    <p:custDataLst>
      <p:tags r:id="rId1"/>
    </p:custDataLst>
    <p:extLst>
      <p:ext uri="{5529A395-E0CD-435B-B5DB-FC207197E13D}">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055381294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2" name="Picture 1">
            <a:extLst>
              <a:ext uri="{DB4A7825-2C4C-40B3-BF76-ECACF39E329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95B080C-BD06-47C7-A209-F6BD8CD2C5E2}"/>
              </a:ext>
            </a:extLst>
          </p:cNvPr>
          <p:cNvPicPr>
            <a:picLocks noChangeAspect="1"/>
          </p:cNvPicPr>
          <p:nvPr/>
        </p:nvPicPr>
        <p:blipFill>
          <a:blip r:embed="rId2">
            <a:alphaModFix amt="12000"/>
          </a:blip>
          <a:stretch>
            <a:fillRect/>
          </a:stretch>
        </p:blipFill>
        <p:spPr>
          <a:xfrm>
            <a:off x="0" y="0"/>
            <a:ext cx="3800475" cy="5143500"/>
          </a:xfrm>
          <a:prstGeom prst="rect">
            <a:avLst/>
          </a:prstGeom>
          <a:noFill/>
        </p:spPr>
      </p:pic>
      <p:pic>
        <p:nvPicPr>
          <p:cNvPr id="3" name="Picture 2">
            <a:extLst>
              <a:ext uri="{C5F8228D-E0B8-41B1-B614-D4FC937C65F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EA4EF3E9-7E5B-4A9C-8614-8A05927B145D}"/>
              </a:ext>
            </a:extLst>
          </p:cNvPr>
          <p:cNvPicPr>
            <a:picLocks noChangeAspect="1"/>
          </p:cNvPicPr>
          <p:nvPr/>
        </p:nvPicPr>
        <p:blipFill>
          <a:blip r:embed="rId3">
            <a:alphaModFix amt="39999"/>
          </a:blip>
          <a:stretch>
            <a:fillRect/>
          </a:stretch>
        </p:blipFill>
        <p:spPr>
          <a:xfrm>
            <a:off x="-9162" y="-9162"/>
            <a:ext cx="1752600" cy="5143500"/>
          </a:xfrm>
          <a:prstGeom prst="rect">
            <a:avLst/>
          </a:prstGeom>
          <a:noFill/>
        </p:spPr>
      </p:pic>
      <p:pic>
        <p:nvPicPr>
          <p:cNvPr id="4" name="Picture 3">
            <a:extLst>
              <a:ext uri="{670D59B2-7773-436B-8F10-7607E120D58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194BFD55-E88F-4E27-AD27-EB07A49964AE}"/>
              </a:ext>
            </a:extLst>
          </p:cNvPr>
          <p:cNvPicPr>
            <a:picLocks noChangeAspect="1"/>
          </p:cNvPicPr>
          <p:nvPr/>
        </p:nvPicPr>
        <p:blipFill>
          <a:blip r:embed="rId4">
            <a:alphaModFix amt="10000"/>
          </a:blip>
          <a:stretch>
            <a:fillRect/>
          </a:stretch>
        </p:blipFill>
        <p:spPr>
          <a:xfrm>
            <a:off x="5762988" y="0"/>
            <a:ext cx="3366038" cy="5143500"/>
          </a:xfrm>
          <a:prstGeom prst="rect">
            <a:avLst/>
          </a:prstGeom>
          <a:noFill/>
        </p:spPr>
      </p:pic>
      <p:pic>
        <p:nvPicPr>
          <p:cNvPr id="5" name="Picture 4">
            <a:extLst>
              <a:ext uri="{689C8C65-E345-4A92-8CDB-4607EC499DF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36D69B9-9D92-4815-84A3-DC23132DD2D5}"/>
              </a:ext>
            </a:extLst>
          </p:cNvPr>
          <p:cNvPicPr>
            <a:picLocks noChangeAspect="1"/>
          </p:cNvPicPr>
          <p:nvPr/>
        </p:nvPicPr>
        <p:blipFill>
          <a:blip r:embed="rId5">
            <a:alphaModFix amt="39999"/>
          </a:blip>
          <a:stretch>
            <a:fillRect/>
          </a:stretch>
        </p:blipFill>
        <p:spPr>
          <a:xfrm>
            <a:off x="7382238" y="-9162"/>
            <a:ext cx="1743075" cy="5143500"/>
          </a:xfrm>
          <a:prstGeom prst="rect">
            <a:avLst/>
          </a:prstGeom>
          <a:noFill/>
        </p:spPr>
      </p:pic>
      <p:sp>
        <p:nvSpPr>
          <p:cNvPr id="6" name="Slide Number Placeholder 3">
            <a:extLst>
              <a:ext uri="{1A4640A0-E213-4824-968A-5EF7F105BDF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BF13E93-6715-4E03-8ABC-FC21C6A6738B}"/>
              </a:ext>
            </a:extLst>
          </p:cNvPr>
          <p:cNvSpPr>
            <a:spLocks noGrp="1"/>
          </p:cNvSpPr>
          <p:nvPr>
            <p:ph type="sldNum" sz="quarter" idx="12"/>
          </p:nvPr>
        </p:nvSpPr>
        <p:spPr/>
        <p:txBody>
          <a:bodyPr rtlCol="0"/>
          <a:lstStyle/>
          <a:p>
            <a:r>
              <a:rPr lang="en-US" dirty="0"/>
              <a:t>&lt;#&gt;</a:t>
            </a:r>
          </a:p>
        </p:txBody>
      </p:sp>
      <p:sp>
        <p:nvSpPr>
          <p:cNvPr id="7" name="Footer Placeholder 2">
            <a:extLst>
              <a:ext uri="{B7DC2404-FFD3-472A-9888-7896AFB2B82C}">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432AE4AD-D52A-42FC-9CF4-5D9FF811738A}"/>
              </a:ext>
            </a:extLst>
          </p:cNvPr>
          <p:cNvSpPr>
            <a:spLocks noGrp="1"/>
          </p:cNvSpPr>
          <p:nvPr>
            <p:ph type="ftr" sz="quarter" idx="11"/>
          </p:nvPr>
        </p:nvSpPr>
        <p:spPr/>
        <p:txBody>
          <a:bodyPr rtlCol="0"/>
          <a:lstStyle/>
          <a:p>
            <a:r>
              <a:rPr lang="en-US" dirty="0"/>
              <a:t>Footer</a:t>
            </a:r>
          </a:p>
        </p:txBody>
      </p:sp>
      <p:sp>
        <p:nvSpPr>
          <p:cNvPr id="8" name="Date Placeholder 1">
            <a:extLst>
              <a:ext uri="{8F502441-AA45-4B03-B74A-21BA3B2C6F5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7877574-6BCF-4317-B831-627AFF7C47BB}"/>
              </a:ext>
            </a:extLst>
          </p:cNvPr>
          <p:cNvSpPr>
            <a:spLocks noGrp="1"/>
          </p:cNvSpPr>
          <p:nvPr>
            <p:ph type="dt" sz="half" idx="10"/>
          </p:nvPr>
        </p:nvSpPr>
        <p:spPr/>
        <p:txBody>
          <a:bodyPr rtlCol="0"/>
          <a:lstStyle/>
          <a:p>
            <a:r>
              <a:rPr lang="en-US" dirty="0"/>
              <a:t>Date</a:t>
            </a:r>
          </a:p>
        </p:txBody>
      </p:sp>
    </p:spTree>
    <p:extLst>
      <p:ext uri="{6A6079DF-FA49-44C1-9BA7-2553EA67C3CD}">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055381294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2" name="Picture 1">
            <a:extLst>
              <a:ext uri="{83376B64-A768-4D04-AE0E-3A7292D93525}">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FC28405-4659-4B0A-BB81-F3580B3C0AA9}"/>
              </a:ext>
            </a:extLst>
          </p:cNvPr>
          <p:cNvPicPr>
            <a:picLocks noChangeAspect="1"/>
          </p:cNvPicPr>
          <p:nvPr/>
        </p:nvPicPr>
        <p:blipFill>
          <a:blip r:embed="rId2"/>
          <a:stretch>
            <a:fillRect/>
          </a:stretch>
        </p:blipFill>
        <p:spPr>
          <a:xfrm>
            <a:off x="0" y="1047750"/>
            <a:ext cx="955844" cy="3053495"/>
          </a:xfrm>
          <a:prstGeom prst="rect">
            <a:avLst/>
          </a:prstGeom>
          <a:noFill/>
        </p:spPr>
      </p:pic>
      <p:pic>
        <p:nvPicPr>
          <p:cNvPr id="3" name="Picture 2">
            <a:extLst>
              <a:ext uri="{3FEAC5FB-A54B-4D4C-8F38-929700FE565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0872B9E-CDB0-4C6C-B54F-39B7F88DC7E3}"/>
              </a:ext>
            </a:extLst>
          </p:cNvPr>
          <p:cNvPicPr>
            <a:picLocks noChangeAspect="1"/>
          </p:cNvPicPr>
          <p:nvPr/>
        </p:nvPicPr>
        <p:blipFill>
          <a:blip r:embed="rId3">
            <a:alphaModFix amt="10000"/>
          </a:blip>
          <a:stretch>
            <a:fillRect/>
          </a:stretch>
        </p:blipFill>
        <p:spPr>
          <a:xfrm>
            <a:off x="5772150" y="0"/>
            <a:ext cx="3366038" cy="5143500"/>
          </a:xfrm>
          <a:prstGeom prst="rect">
            <a:avLst/>
          </a:prstGeom>
          <a:noFill/>
        </p:spPr>
      </p:pic>
      <p:pic>
        <p:nvPicPr>
          <p:cNvPr id="4" name="Picture 3">
            <a:extLst>
              <a:ext uri="{0D6F65B0-3271-4D13-A0E2-70570E6B1128}">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B556FF7-D4B8-40D9-B10B-F8A86CC37A39}"/>
              </a:ext>
            </a:extLst>
          </p:cNvPr>
          <p:cNvPicPr>
            <a:picLocks noChangeAspect="1"/>
          </p:cNvPicPr>
          <p:nvPr/>
        </p:nvPicPr>
        <p:blipFill>
          <a:blip r:embed="rId4">
            <a:alphaModFix amt="39999"/>
          </a:blip>
          <a:stretch>
            <a:fillRect/>
          </a:stretch>
        </p:blipFill>
        <p:spPr>
          <a:xfrm>
            <a:off x="7391400" y="-9162"/>
            <a:ext cx="1743075" cy="5143500"/>
          </a:xfrm>
          <a:prstGeom prst="rect">
            <a:avLst/>
          </a:prstGeom>
          <a:noFill/>
        </p:spPr>
      </p:pic>
      <p:sp>
        <p:nvSpPr>
          <p:cNvPr id="5" name="Freeform: Shape 4">
            <a:extLst>
              <a:ext uri="{6B1C62DA-FE9C-44C7-8E1B-FE821EDADCD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9464007-EA02-44C8-A970-B3DABB6F8FF5}"/>
              </a:ext>
            </a:extLst>
          </p:cNvPr>
          <p:cNvSpPr/>
          <p:nvPr/>
        </p:nvSpPr>
        <p:spPr>
          <a:xfrm>
            <a:off x="-1517676" y="516839"/>
            <a:ext cx="3177634" cy="3896856"/>
          </a:xfrm>
          <a:custGeom>
            <a:avLst/>
            <a:gdLst/>
            <a:ahLst/>
            <a:cxnLst/>
            <a:rect l="0" t="0" r="r" b="b"/>
            <a:pathLst>
              <a:path w="3177635" h="3896856">
                <a:moveTo>
                  <a:pt x="65178" y="0"/>
                </a:moveTo>
                <a:lnTo>
                  <a:pt x="1498890" y="58825"/>
                </a:lnTo>
                <a:lnTo>
                  <a:pt x="3177635" y="58825"/>
                </a:lnTo>
                <a:lnTo>
                  <a:pt x="3177635" y="3896856"/>
                </a:lnTo>
                <a:lnTo>
                  <a:pt x="1498890" y="3896856"/>
                </a:lnTo>
                <a:lnTo>
                  <a:pt x="0" y="3896856"/>
                </a:lnTo>
                <a:close/>
              </a:path>
            </a:pathLst>
          </a:custGeom>
          <a:gradFill rotWithShape="1">
            <a:gsLst>
              <a:gs pos="59031">
                <a:schemeClr val="accent3">
                  <a:alpha val="0"/>
                </a:schemeClr>
              </a:gs>
              <a:gs pos="0">
                <a:schemeClr val="accent3"/>
              </a:gs>
            </a:gsLst>
            <a:path path="circle">
              <a:fillToRect l="50000" t="50000" r="50000" b="50000"/>
            </a:path>
            <a:tileRect/>
          </a:gradFill>
          <a:ln w="9525" cap="flat">
            <a:noFill/>
            <a:prstDash val="solid"/>
            <a:miter lim="800000"/>
          </a:ln>
          <a:effectLst/>
        </p:spPr>
        <p:style>
          <a:lnRef idx="1">
            <a:schemeClr val="accent1">
              <a:shade val="50000"/>
            </a:schemeClr>
          </a:lnRef>
          <a:fillRef idx="1">
            <a:schemeClr val="accent1"/>
          </a:fillRef>
          <a:effectRef idx="0">
            <a:schemeClr val="accent1"/>
          </a:effectRef>
          <a:fontRef idx="minor">
            <a:srgbClr val="FFFFFF"/>
          </a:fontRef>
        </p:style>
        <p:txBody>
          <a:bodyPr vert="horz" rtlCol="0" anchor="ctr">
            <a:noAutofit/>
          </a:bodyPr>
          <a:lstStyle/>
          <a:p>
            <a:pPr algn="ctr"/>
            <a:endParaRPr lang="en-US" dirty="0"/>
          </a:p>
        </p:txBody>
      </p:sp>
      <p:sp>
        <p:nvSpPr>
          <p:cNvPr id="6" name="Title 1">
            <a:extLst>
              <a:ext uri="{430D6BBB-B4CF-4DA5-8AE7-71470CD7BB78}">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5E69F90-4EF5-438E-832F-92A9D74FA53E}"/>
              </a:ext>
            </a:extLst>
          </p:cNvPr>
          <p:cNvSpPr>
            <a:spLocks noGrp="1"/>
          </p:cNvSpPr>
          <p:nvPr>
            <p:ph type="title"/>
          </p:nvPr>
        </p:nvSpPr>
        <p:spPr/>
        <p:txBody>
          <a:bodyPr rtlCol="0"/>
          <a:lstStyle>
            <a:lvl1pPr lvl="0"/>
          </a:lstStyle>
          <a:p>
            <a:r>
              <a:rPr lang="en-US" dirty="0"/>
              <a:t>Click to edit Master title style</a:t>
            </a:r>
          </a:p>
        </p:txBody>
      </p:sp>
      <p:sp>
        <p:nvSpPr>
          <p:cNvPr id="7" name="Text Placeholder 3">
            <a:extLst>
              <a:ext uri="{0DA551FA-5C70-48FD-83DC-35690B4C79F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DADF64F-15C3-4E4B-8E26-D8DF5DD8C2DE}"/>
              </a:ext>
            </a:extLst>
          </p:cNvPr>
          <p:cNvSpPr>
            <a:spLocks noGrp="1"/>
          </p:cNvSpPr>
          <p:nvPr>
            <p:ph type="body" idx="1"/>
          </p:nvPr>
        </p:nvSpPr>
        <p:spPr>
          <a:xfrm>
            <a:off x="914400" y="1143000"/>
            <a:ext cx="2400074" cy="3424257"/>
          </a:xfrm>
          <a:noFill/>
        </p:spPr>
        <p:txBody>
          <a:bodyPr vert="horz" lIns="91440" tIns="93600" rIns="91440" bIns="45720" rtlCol="0" anchor="t">
            <a:normAutofit/>
          </a:bodyPr>
          <a:lstStyle>
            <a:lvl1pPr marL="0" lvl="0" indent="0">
              <a:lnSpc>
                <a:spcPct val="100000"/>
              </a:lnSpc>
              <a:buNone/>
              <a:defRPr lang="en-US" sz="1600" b="0" dirty="0">
                <a:solidFill>
                  <a:schemeClr val="bg1"/>
                </a:solidFill>
                <a:latin typeface="+mn-lt"/>
              </a:defRPr>
            </a:lvl1pPr>
          </a:lstStyle>
          <a:p>
            <a:r>
              <a:rPr lang="en-US" dirty="0"/>
              <a:t>Click to edit Master text styles</a:t>
            </a:r>
          </a:p>
        </p:txBody>
      </p:sp>
      <p:sp>
        <p:nvSpPr>
          <p:cNvPr id="8" name="Content Placeholder 2">
            <a:extLst>
              <a:ext uri="{9EB2C91D-08B7-4722-BBAF-D1A8EEB10BE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9131C47-3AC8-4389-B048-D0ED004788F1}"/>
              </a:ext>
            </a:extLst>
          </p:cNvPr>
          <p:cNvSpPr>
            <a:spLocks noGrp="1"/>
          </p:cNvSpPr>
          <p:nvPr>
            <p:ph idx="2"/>
          </p:nvPr>
        </p:nvSpPr>
        <p:spPr>
          <a:xfrm>
            <a:off x="3396275" y="1143000"/>
            <a:ext cx="4826193" cy="3424257"/>
          </a:xfrm>
        </p:spPr>
        <p:txBody>
          <a:bodyPr rtlCol="0"/>
          <a:lstStyle>
            <a:lvl1pPr lvl="0"/>
            <a:lvl2pPr lvl="1"/>
            <a:lvl3pPr lvl="2"/>
            <a:lvl4pPr lvl="3"/>
            <a:lvl5pPr lvl="4"/>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3">
            <a:extLst>
              <a:ext uri="{B0F6104F-0885-4E23-9239-AB628CAB171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CC5D58ED-99FD-465B-85C9-6C9D210A901E}"/>
              </a:ext>
            </a:extLst>
          </p:cNvPr>
          <p:cNvSpPr>
            <a:spLocks noGrp="1"/>
          </p:cNvSpPr>
          <p:nvPr>
            <p:ph type="sldNum" sz="quarter" idx="12"/>
          </p:nvPr>
        </p:nvSpPr>
        <p:spPr/>
        <p:txBody>
          <a:bodyPr rtlCol="0"/>
          <a:lstStyle/>
          <a:p>
            <a:r>
              <a:rPr lang="en-US" dirty="0"/>
              <a:t>&lt;#&gt;</a:t>
            </a:r>
          </a:p>
        </p:txBody>
      </p:sp>
      <p:sp>
        <p:nvSpPr>
          <p:cNvPr id="10" name="Footer Placeholder 2">
            <a:extLst>
              <a:ext uri="{F6C4A4AD-4A36-4A06-AC9B-C29A052E752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EF0C8F4-893D-4300-8302-7496251708AB}"/>
              </a:ext>
            </a:extLst>
          </p:cNvPr>
          <p:cNvSpPr>
            <a:spLocks noGrp="1"/>
          </p:cNvSpPr>
          <p:nvPr>
            <p:ph type="ftr" sz="quarter" idx="11"/>
          </p:nvPr>
        </p:nvSpPr>
        <p:spPr/>
        <p:txBody>
          <a:bodyPr rtlCol="0"/>
          <a:lstStyle/>
          <a:p>
            <a:r>
              <a:rPr lang="en-US" dirty="0"/>
              <a:t>Footer</a:t>
            </a:r>
          </a:p>
        </p:txBody>
      </p:sp>
      <p:sp>
        <p:nvSpPr>
          <p:cNvPr id="11" name="Date Placeholder 1">
            <a:extLst>
              <a:ext uri="{BEEF898F-27C4-40AA-8219-213CFF147D9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FB54EB12-9E7A-414E-87A3-CF8B89C0A330}"/>
              </a:ext>
            </a:extLst>
          </p:cNvPr>
          <p:cNvSpPr>
            <a:spLocks noGrp="1"/>
          </p:cNvSpPr>
          <p:nvPr>
            <p:ph type="dt" sz="half" idx="10"/>
          </p:nvPr>
        </p:nvSpPr>
        <p:spPr/>
        <p:txBody>
          <a:bodyPr rtlCol="0"/>
          <a:lstStyle/>
          <a:p>
            <a:r>
              <a:rPr lang="en-US" dirty="0"/>
              <a:t>Date</a:t>
            </a:r>
          </a:p>
        </p:txBody>
      </p:sp>
    </p:spTree>
    <p:extLst>
      <p:ext uri="{8425E6EE-9F49-4BA0-AB1C-ED26004176EA}">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055381294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2" name="Picture 1">
            <a:extLst>
              <a:ext uri="{AEC6B002-1A75-40FE-AD48-0E5D5F2872EC}">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FA0B838-268E-46BD-AED6-84AE1D5F10EA}"/>
              </a:ext>
            </a:extLst>
          </p:cNvPr>
          <p:cNvPicPr>
            <a:picLocks noChangeAspect="1"/>
          </p:cNvPicPr>
          <p:nvPr/>
        </p:nvPicPr>
        <p:blipFill>
          <a:blip r:embed="rId2"/>
          <a:stretch>
            <a:fillRect/>
          </a:stretch>
        </p:blipFill>
        <p:spPr>
          <a:xfrm rot="16200000">
            <a:off x="-971550" y="2000250"/>
            <a:ext cx="3096296" cy="1150326"/>
          </a:xfrm>
          <a:prstGeom prst="rect">
            <a:avLst/>
          </a:prstGeom>
          <a:noFill/>
        </p:spPr>
      </p:pic>
      <p:pic>
        <p:nvPicPr>
          <p:cNvPr id="3" name="Picture 2">
            <a:extLst>
              <a:ext uri="{14E17D21-B09F-46ED-815B-BCD9EE2B0E0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EA669C5-9BEA-45A6-AE71-4BD4CF353131}"/>
              </a:ext>
            </a:extLst>
          </p:cNvPr>
          <p:cNvPicPr>
            <a:picLocks noChangeAspect="1"/>
          </p:cNvPicPr>
          <p:nvPr/>
        </p:nvPicPr>
        <p:blipFill>
          <a:blip r:embed="rId3">
            <a:alphaModFix amt="12000"/>
          </a:blip>
          <a:stretch>
            <a:fillRect/>
          </a:stretch>
        </p:blipFill>
        <p:spPr>
          <a:xfrm>
            <a:off x="9162" y="0"/>
            <a:ext cx="3800475" cy="5143500"/>
          </a:xfrm>
          <a:prstGeom prst="rect">
            <a:avLst/>
          </a:prstGeom>
          <a:noFill/>
        </p:spPr>
      </p:pic>
      <p:pic>
        <p:nvPicPr>
          <p:cNvPr id="4" name="Picture 3">
            <a:extLst>
              <a:ext uri="{71C73AD1-426E-49E5-BAF6-488BFC37B6B4}">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E8DB49C-F005-46D6-9D98-98C88BEE4D36}"/>
              </a:ext>
            </a:extLst>
          </p:cNvPr>
          <p:cNvPicPr>
            <a:picLocks noChangeAspect="1"/>
          </p:cNvPicPr>
          <p:nvPr/>
        </p:nvPicPr>
        <p:blipFill>
          <a:blip r:embed="rId4">
            <a:alphaModFix amt="14999"/>
          </a:blip>
          <a:stretch>
            <a:fillRect/>
          </a:stretch>
        </p:blipFill>
        <p:spPr>
          <a:xfrm>
            <a:off x="5772150" y="0"/>
            <a:ext cx="3366038" cy="5143500"/>
          </a:xfrm>
          <a:prstGeom prst="rect">
            <a:avLst/>
          </a:prstGeom>
          <a:noFill/>
        </p:spPr>
      </p:pic>
      <p:pic>
        <p:nvPicPr>
          <p:cNvPr id="5" name="Picture 4">
            <a:extLst>
              <a:ext uri="{3C000BDC-16D6-425A-83B7-142CBBCDFF2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9FA49C7A-4AD9-4B8A-82AD-505D452BF7F9}"/>
              </a:ext>
            </a:extLst>
          </p:cNvPr>
          <p:cNvPicPr>
            <a:picLocks noChangeAspect="1"/>
          </p:cNvPicPr>
          <p:nvPr/>
        </p:nvPicPr>
        <p:blipFill>
          <a:blip r:embed="rId5">
            <a:alphaModFix amt="60000"/>
          </a:blip>
          <a:stretch>
            <a:fillRect/>
          </a:stretch>
        </p:blipFill>
        <p:spPr>
          <a:xfrm>
            <a:off x="7391400" y="-9162"/>
            <a:ext cx="1743075" cy="5143500"/>
          </a:xfrm>
          <a:prstGeom prst="rect">
            <a:avLst/>
          </a:prstGeom>
          <a:noFill/>
        </p:spPr>
      </p:pic>
      <p:sp>
        <p:nvSpPr>
          <p:cNvPr id="6" name="Rectangle 5">
            <a:extLst>
              <a:ext uri="{6A26B37D-6D52-4E9E-A161-628D4F3FCA0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4D997186-FDBE-4130-9507-3697E19CAAA3}"/>
              </a:ext>
            </a:extLst>
          </p:cNvPr>
          <p:cNvSpPr/>
          <p:nvPr/>
        </p:nvSpPr>
        <p:spPr>
          <a:xfrm>
            <a:off x="-1754813" y="206704"/>
            <a:ext cx="3898531" cy="4708749"/>
          </a:xfrm>
          <a:prstGeom prst="rect">
            <a:avLst/>
          </a:prstGeom>
          <a:gradFill rotWithShape="1">
            <a:gsLst>
              <a:gs pos="59031">
                <a:schemeClr val="accent3">
                  <a:alpha val="0"/>
                </a:schemeClr>
              </a:gs>
              <a:gs pos="0">
                <a:schemeClr val="accent3">
                  <a:alpha val="82000"/>
                </a:schemeClr>
              </a:gs>
            </a:gsLst>
            <a:path path="circle">
              <a:fillToRect l="50000" t="50000" r="50000" b="50000"/>
            </a:path>
            <a:tileRect/>
          </a:gradFill>
          <a:ln w="9525" cap="flat">
            <a:noFill/>
            <a:prstDash val="solid"/>
            <a:miter lim="800000"/>
          </a:ln>
          <a:effectLst/>
        </p:spPr>
        <p:style>
          <a:lnRef idx="1">
            <a:schemeClr val="accent1">
              <a:shade val="50000"/>
            </a:schemeClr>
          </a:lnRef>
          <a:fillRef idx="1">
            <a:schemeClr val="accent1"/>
          </a:fillRef>
          <a:effectRef idx="0">
            <a:schemeClr val="accent1"/>
          </a:effectRef>
          <a:fontRef idx="minor">
            <a:srgbClr val="FFFFFF"/>
          </a:fontRef>
        </p:style>
        <p:txBody>
          <a:bodyPr vert="horz" rtlCol="0" anchor="ctr">
            <a:noAutofit/>
          </a:bodyPr>
          <a:lstStyle/>
          <a:p>
            <a:pPr algn="ctr"/>
            <a:endParaRPr lang="en-US" dirty="0"/>
          </a:p>
        </p:txBody>
      </p:sp>
      <p:sp>
        <p:nvSpPr>
          <p:cNvPr id="7" name="Title 1">
            <a:extLst>
              <a:ext uri="{08C1DEEE-D9B8-43D1-B5C5-C894A7DA2CB4}">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63C60D4-77D6-4138-A200-35FCD20FC780}"/>
              </a:ext>
            </a:extLst>
          </p:cNvPr>
          <p:cNvSpPr>
            <a:spLocks noGrp="1"/>
          </p:cNvSpPr>
          <p:nvPr>
            <p:ph type="title"/>
          </p:nvPr>
        </p:nvSpPr>
        <p:spPr>
          <a:xfrm>
            <a:off x="1471606" y="2219325"/>
            <a:ext cx="6742816" cy="704850"/>
          </a:xfrm>
          <a:prstGeom prst="rect">
            <a:avLst/>
          </a:prstGeom>
        </p:spPr>
        <p:txBody>
          <a:bodyPr vert="horz" rtlCol="0" anchor="ctr"/>
          <a:lstStyle>
            <a:lvl1pPr lvl="0" algn="l">
              <a:defRPr lang="en-US" sz="3600" b="1" dirty="0">
                <a:solidFill>
                  <a:srgbClr val="FFFFFF"/>
                </a:solidFill>
                <a:latin typeface="+mj-lt"/>
              </a:defRPr>
            </a:lvl1pPr>
          </a:lstStyle>
          <a:p>
            <a:r>
              <a:rPr lang="en-US" dirty="0"/>
              <a:t>Click to edit Master title style</a:t>
            </a:r>
          </a:p>
        </p:txBody>
      </p:sp>
      <p:sp>
        <p:nvSpPr>
          <p:cNvPr id="8" name="Slide Number Placeholder 3">
            <a:extLst>
              <a:ext uri="{4014A602-3BD7-49D1-80FA-56EA7B098B0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D23A14D7-A43B-4624-8564-5CA683167261}"/>
              </a:ext>
            </a:extLst>
          </p:cNvPr>
          <p:cNvSpPr>
            <a:spLocks noGrp="1"/>
          </p:cNvSpPr>
          <p:nvPr>
            <p:ph type="sldNum" sz="quarter" idx="12"/>
          </p:nvPr>
        </p:nvSpPr>
        <p:spPr/>
        <p:txBody>
          <a:bodyPr rtlCol="0"/>
          <a:lstStyle/>
          <a:p>
            <a:r>
              <a:rPr lang="en-US" dirty="0"/>
              <a:t>&lt;#&gt;</a:t>
            </a:r>
          </a:p>
        </p:txBody>
      </p:sp>
      <p:sp>
        <p:nvSpPr>
          <p:cNvPr id="9" name="Footer Placeholder 2">
            <a:extLst>
              <a:ext uri="{D655E205-92BE-4FFD-8B57-8A285EBB396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B1FE7B4-2A67-4080-BA88-C8620509E8BC}"/>
              </a:ext>
            </a:extLst>
          </p:cNvPr>
          <p:cNvSpPr>
            <a:spLocks noGrp="1"/>
          </p:cNvSpPr>
          <p:nvPr>
            <p:ph type="ftr" sz="quarter" idx="11"/>
          </p:nvPr>
        </p:nvSpPr>
        <p:spPr/>
        <p:txBody>
          <a:bodyPr rtlCol="0"/>
          <a:lstStyle/>
          <a:p>
            <a:r>
              <a:rPr lang="en-US" dirty="0"/>
              <a:t>Footer</a:t>
            </a:r>
          </a:p>
        </p:txBody>
      </p:sp>
      <p:sp>
        <p:nvSpPr>
          <p:cNvPr id="10" name="Date Placeholder 1">
            <a:extLst>
              <a:ext uri="{005FB941-19C7-404C-9AFB-F01FC025459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4F2C10C-F088-44AD-A14D-A5816A5AD60E}"/>
              </a:ext>
            </a:extLst>
          </p:cNvPr>
          <p:cNvSpPr>
            <a:spLocks noGrp="1"/>
          </p:cNvSpPr>
          <p:nvPr>
            <p:ph type="dt" sz="half" idx="10"/>
          </p:nvPr>
        </p:nvSpPr>
        <p:spPr/>
        <p:txBody>
          <a:bodyPr rtlCol="0"/>
          <a:lstStyle/>
          <a:p>
            <a:r>
              <a:rPr lang="en-US" dirty="0"/>
              <a:t>Date</a:t>
            </a:r>
          </a:p>
        </p:txBody>
      </p:sp>
    </p:spTree>
    <p:extLst>
      <p:ext uri="{7F092281-17AD-46C8-AC8F-F2112F8D5D13}">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055381294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 name="Picture 1">
            <a:extLst>
              <a:ext uri="{F9A2068F-48FF-4308-9081-09AE71DB2D7C}">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D2B85997-8776-48DB-AB05-E46AEDE52027}"/>
              </a:ext>
            </a:extLst>
          </p:cNvPr>
          <p:cNvPicPr>
            <a:picLocks noChangeAspect="1"/>
          </p:cNvPicPr>
          <p:nvPr/>
        </p:nvPicPr>
        <p:blipFill>
          <a:blip r:embed="rId2"/>
          <a:stretch>
            <a:fillRect/>
          </a:stretch>
        </p:blipFill>
        <p:spPr>
          <a:xfrm>
            <a:off x="457613" y="873141"/>
            <a:ext cx="3330158" cy="3367315"/>
          </a:xfrm>
          <a:prstGeom prst="rect">
            <a:avLst/>
          </a:prstGeom>
          <a:noFill/>
        </p:spPr>
      </p:pic>
      <p:sp>
        <p:nvSpPr>
          <p:cNvPr id="3" name="Rectangle 2">
            <a:extLst>
              <a:ext uri="{ABDC4F3D-C53E-48DD-80B0-C1B0A7FEE76C}">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F8FBFF7-C524-4C19-9063-8868C7E392D0}"/>
              </a:ext>
            </a:extLst>
          </p:cNvPr>
          <p:cNvSpPr/>
          <p:nvPr/>
        </p:nvSpPr>
        <p:spPr>
          <a:xfrm>
            <a:off x="0" y="0"/>
            <a:ext cx="4121981" cy="5145891"/>
          </a:xfrm>
          <a:prstGeom prst="rect">
            <a:avLst/>
          </a:prstGeom>
          <a:gradFill rotWithShape="1">
            <a:gsLst>
              <a:gs pos="59031">
                <a:schemeClr val="accent3">
                  <a:alpha val="0"/>
                </a:schemeClr>
              </a:gs>
              <a:gs pos="0">
                <a:schemeClr val="accent3">
                  <a:alpha val="82000"/>
                </a:schemeClr>
              </a:gs>
            </a:gsLst>
            <a:path path="circle">
              <a:fillToRect l="50000" t="50000" r="50000" b="50000"/>
            </a:path>
            <a:tileRect/>
          </a:gradFill>
          <a:ln w="9525" cap="flat">
            <a:noFill/>
            <a:prstDash val="solid"/>
            <a:miter lim="800000"/>
          </a:ln>
          <a:effectLst/>
        </p:spPr>
        <p:style>
          <a:lnRef idx="1">
            <a:schemeClr val="accent1">
              <a:shade val="50000"/>
            </a:schemeClr>
          </a:lnRef>
          <a:fillRef idx="1">
            <a:schemeClr val="accent1"/>
          </a:fillRef>
          <a:effectRef idx="0">
            <a:schemeClr val="accent1"/>
          </a:effectRef>
          <a:fontRef idx="minor">
            <a:srgbClr val="FFFFFF"/>
          </a:fontRef>
        </p:style>
        <p:txBody>
          <a:bodyPr vert="horz" rtlCol="0" anchor="ctr">
            <a:noAutofit/>
          </a:bodyPr>
          <a:lstStyle/>
          <a:p>
            <a:pPr algn="ctr"/>
            <a:endParaRPr lang="en-US" dirty="0"/>
          </a:p>
        </p:txBody>
      </p:sp>
      <p:cxnSp>
        <p:nvCxnSpPr>
          <p:cNvPr id="4" name="Straight Connector 4">
            <a:extLst>
              <a:ext uri="{27B0A30A-2B2C-4868-ADDB-96502A7E3034}">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32D57B6-6C5F-4F7E-A955-2367FB20DFA4}"/>
              </a:ext>
            </a:extLst>
          </p:cNvPr>
          <p:cNvCxnSpPr/>
          <p:nvPr/>
        </p:nvCxnSpPr>
        <p:spPr>
          <a:xfrm flipH="1">
            <a:off x="800609" y="958928"/>
            <a:ext cx="7114210" cy="28667"/>
          </a:xfrm>
          <a:prstGeom prst="line">
            <a:avLst/>
          </a:prstGeom>
          <a:ln w="6350">
            <a:solidFill>
              <a:srgbClr val="6BCAD5">
                <a:alpha val="30000"/>
              </a:srgbClr>
            </a:solidFill>
            <a:prstDash val="solid"/>
          </a:ln>
        </p:spPr>
        <p:style>
          <a:lnRef idx="2">
            <a:schemeClr val="accent1"/>
          </a:lnRef>
          <a:fillRef idx="0">
            <a:schemeClr val="accent1"/>
          </a:fillRef>
          <a:effectRef idx="0">
            <a:schemeClr val="accent1"/>
          </a:effectRef>
          <a:fontRef idx="minor">
            <a:schemeClr val="tx1"/>
          </a:fontRef>
        </p:style>
      </p:cxnSp>
      <p:pic>
        <p:nvPicPr>
          <p:cNvPr id="5" name="Picture 4">
            <a:extLst>
              <a:ext uri="{10E0BD2D-AB4A-4104-8642-B1F04912A6E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88F25DA-F11B-4433-8098-574911E29F74}"/>
              </a:ext>
            </a:extLst>
          </p:cNvPr>
          <p:cNvPicPr>
            <a:picLocks noChangeAspect="1"/>
          </p:cNvPicPr>
          <p:nvPr/>
        </p:nvPicPr>
        <p:blipFill>
          <a:blip r:embed="rId3">
            <a:alphaModFix amt="39999"/>
          </a:blip>
          <a:stretch>
            <a:fillRect/>
          </a:stretch>
        </p:blipFill>
        <p:spPr>
          <a:xfrm>
            <a:off x="7391400" y="-9162"/>
            <a:ext cx="1743075" cy="5143500"/>
          </a:xfrm>
          <a:prstGeom prst="rect">
            <a:avLst/>
          </a:prstGeom>
          <a:noFill/>
        </p:spPr>
      </p:pic>
      <p:pic>
        <p:nvPicPr>
          <p:cNvPr id="6" name="Picture 5">
            <a:extLst>
              <a:ext uri="{D0AE76B3-7502-4310-BD91-EE24FFC9B31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F76A70E-13BC-426D-A64C-598FD41B99F6}"/>
              </a:ext>
            </a:extLst>
          </p:cNvPr>
          <p:cNvPicPr>
            <a:picLocks noChangeAspect="1"/>
          </p:cNvPicPr>
          <p:nvPr/>
        </p:nvPicPr>
        <p:blipFill>
          <a:blip r:embed="rId4">
            <a:alphaModFix amt="10000"/>
          </a:blip>
          <a:stretch>
            <a:fillRect/>
          </a:stretch>
        </p:blipFill>
        <p:spPr>
          <a:xfrm>
            <a:off x="5772150" y="0"/>
            <a:ext cx="3366038" cy="5143500"/>
          </a:xfrm>
          <a:prstGeom prst="rect">
            <a:avLst/>
          </a:prstGeom>
          <a:noFill/>
        </p:spPr>
      </p:pic>
      <p:pic>
        <p:nvPicPr>
          <p:cNvPr id="7" name="Picture 6">
            <a:extLst>
              <a:ext uri="{A8AE15CC-0EED-494F-A02D-9BD359414EC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4739A46-9B61-4404-9ED1-665125483A3D}"/>
              </a:ext>
            </a:extLst>
          </p:cNvPr>
          <p:cNvPicPr>
            <a:picLocks noChangeAspect="1"/>
          </p:cNvPicPr>
          <p:nvPr/>
        </p:nvPicPr>
        <p:blipFill>
          <a:blip r:embed="rId5">
            <a:alphaModFix amt="19999"/>
          </a:blip>
          <a:stretch>
            <a:fillRect/>
          </a:stretch>
        </p:blipFill>
        <p:spPr>
          <a:xfrm>
            <a:off x="0" y="0"/>
            <a:ext cx="1752600" cy="5143500"/>
          </a:xfrm>
          <a:prstGeom prst="rect">
            <a:avLst/>
          </a:prstGeom>
          <a:noFill/>
        </p:spPr>
      </p:pic>
      <p:sp>
        <p:nvSpPr>
          <p:cNvPr id="8" name="Title 1">
            <a:extLst>
              <a:ext uri="{D7A5EB48-BB5D-410F-9EFC-C08E3B1848B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3B906C9E-E121-40E7-959C-8F5CB4C9CFC1}"/>
              </a:ext>
            </a:extLst>
          </p:cNvPr>
          <p:cNvSpPr>
            <a:spLocks noGrp="1"/>
          </p:cNvSpPr>
          <p:nvPr>
            <p:ph type="title"/>
          </p:nvPr>
        </p:nvSpPr>
        <p:spPr/>
        <p:txBody>
          <a:bodyPr rtlCol="0"/>
          <a:lstStyle>
            <a:lvl1pPr lvl="0"/>
          </a:lstStyle>
          <a:p>
            <a:r>
              <a:rPr lang="en-US" dirty="0"/>
              <a:t>Click to edit Master title style</a:t>
            </a:r>
          </a:p>
        </p:txBody>
      </p:sp>
      <p:sp>
        <p:nvSpPr>
          <p:cNvPr id="9" name="Text Placeholder 3">
            <a:extLst>
              <a:ext uri="{338A4059-3292-4F3C-AD1C-B6ADAC498574}">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6793EE3-C691-49C8-BC17-D735945887BD}"/>
              </a:ext>
            </a:extLst>
          </p:cNvPr>
          <p:cNvSpPr>
            <a:spLocks noGrp="1"/>
          </p:cNvSpPr>
          <p:nvPr>
            <p:ph type="body" idx="1"/>
          </p:nvPr>
        </p:nvSpPr>
        <p:spPr>
          <a:xfrm>
            <a:off x="3978048" y="1199201"/>
            <a:ext cx="4251552" cy="3075063"/>
          </a:xfrm>
          <a:custGeom>
            <a:avLst/>
            <a:gdLst/>
            <a:ahLst/>
            <a:cxnLst/>
            <a:rect l="0" t="0" r="r" b="b"/>
            <a:pathLst>
              <a:path w="4251552" h="3075064">
                <a:moveTo>
                  <a:pt x="4236" y="11641"/>
                </a:moveTo>
                <a:lnTo>
                  <a:pt x="4251552" y="0"/>
                </a:lnTo>
                <a:lnTo>
                  <a:pt x="4251552" y="3064284"/>
                </a:lnTo>
                <a:lnTo>
                  <a:pt x="2424" y="3073649"/>
                </a:lnTo>
                <a:cubicBezTo>
                  <a:pt x="5509" y="3131047"/>
                  <a:pt x="-6642" y="1422583"/>
                  <a:pt x="5559" y="1452958"/>
                </a:cubicBezTo>
                <a:close/>
              </a:path>
            </a:pathLst>
          </a:custGeom>
        </p:spPr>
        <p:txBody>
          <a:bodyPr vert="horz" lIns="0" tIns="0" rIns="0" bIns="0" rtlCol="0" anchor="t">
            <a:normAutofit/>
          </a:bodyPr>
          <a:lstStyle>
            <a:lvl1pPr marL="0" lvl="0" indent="0">
              <a:lnSpc>
                <a:spcPct val="150000"/>
              </a:lnSpc>
              <a:buNone/>
              <a:defRPr lang="en-US" sz="1800" b="0" dirty="0">
                <a:solidFill>
                  <a:schemeClr val="bg1"/>
                </a:solidFill>
                <a:latin typeface="+mn-lt"/>
              </a:defRPr>
            </a:lvl1pPr>
          </a:lstStyle>
          <a:p>
            <a:r>
              <a:rPr lang="en-US" dirty="0"/>
              <a:t>Click to edit Master text styles</a:t>
            </a:r>
          </a:p>
        </p:txBody>
      </p:sp>
      <p:sp>
        <p:nvSpPr>
          <p:cNvPr id="10" name="Picture Placeholder 2">
            <a:extLst>
              <a:ext uri="{D26626EB-6E6C-4F04-914B-D86ABE1FD0D4}">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E2895808-5D30-4184-BFEE-61002319481A}"/>
              </a:ext>
            </a:extLst>
          </p:cNvPr>
          <p:cNvSpPr>
            <a:spLocks noGrp="1"/>
          </p:cNvSpPr>
          <p:nvPr>
            <p:ph type="pic" idx="2"/>
          </p:nvPr>
        </p:nvSpPr>
        <p:spPr>
          <a:xfrm>
            <a:off x="823302" y="1323975"/>
            <a:ext cx="2571750" cy="2571750"/>
          </a:xfrm>
          <a:prstGeom prst="ellipse">
            <a:avLst/>
          </a:prstGeom>
          <a:solidFill>
            <a:schemeClr val="tx2">
              <a:alpha val="10000"/>
            </a:schemeClr>
          </a:solidFill>
          <a:ln w="38100">
            <a:noFill/>
            <a:miter lim="800000"/>
          </a:ln>
        </p:spPr>
        <p:txBody>
          <a:bodyPr rtlCol="0"/>
          <a:lstStyle/>
          <a:p>
            <a:pPr algn="ctr"/>
            <a:r>
              <a:rPr lang="en-US" dirty="0"/>
              <a:t>Click icon to add picture</a:t>
            </a:r>
          </a:p>
        </p:txBody>
      </p:sp>
      <p:sp>
        <p:nvSpPr>
          <p:cNvPr id="11" name="Slide Number Placeholder 4">
            <a:extLst>
              <a:ext uri="{0ABBB5C5-6971-428D-B3A6-A1A95901EDA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2E5A080-35D2-4DD4-BEFB-E5E70E9B1D0B}"/>
              </a:ext>
            </a:extLst>
          </p:cNvPr>
          <p:cNvSpPr>
            <a:spLocks noGrp="1"/>
          </p:cNvSpPr>
          <p:nvPr>
            <p:ph type="sldNum" sz="quarter" idx="12"/>
          </p:nvPr>
        </p:nvSpPr>
        <p:spPr/>
        <p:txBody>
          <a:bodyPr rtlCol="0"/>
          <a:lstStyle/>
          <a:p>
            <a:r>
              <a:rPr lang="en-US" dirty="0"/>
              <a:t>&lt;#&gt;</a:t>
            </a:r>
          </a:p>
        </p:txBody>
      </p:sp>
      <p:sp>
        <p:nvSpPr>
          <p:cNvPr id="12" name="Footer Placeholder 3">
            <a:extLst>
              <a:ext uri="{BB976DBF-D498-47E5-A47B-CA4890F4921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98337DF-7BC2-4FA6-93AE-2D2873F7A7DE}"/>
              </a:ext>
            </a:extLst>
          </p:cNvPr>
          <p:cNvSpPr>
            <a:spLocks noGrp="1"/>
          </p:cNvSpPr>
          <p:nvPr>
            <p:ph type="ftr" sz="quarter" idx="11"/>
          </p:nvPr>
        </p:nvSpPr>
        <p:spPr/>
        <p:txBody>
          <a:bodyPr rtlCol="0"/>
          <a:lstStyle/>
          <a:p>
            <a:r>
              <a:rPr lang="en-US" dirty="0"/>
              <a:t>Footer</a:t>
            </a:r>
          </a:p>
        </p:txBody>
      </p:sp>
      <p:sp>
        <p:nvSpPr>
          <p:cNvPr id="13" name="Date Placeholder 1">
            <a:extLst>
              <a:ext uri="{CFBA921A-43AA-4290-8515-F9FFA2766775}">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F1375178-8D5A-4901-BD4F-3A18408B9F5E}"/>
              </a:ext>
            </a:extLst>
          </p:cNvPr>
          <p:cNvSpPr>
            <a:spLocks noGrp="1"/>
          </p:cNvSpPr>
          <p:nvPr>
            <p:ph type="dt" sz="half" idx="10"/>
          </p:nvPr>
        </p:nvSpPr>
        <p:spPr/>
        <p:txBody>
          <a:bodyPr rtlCol="0"/>
          <a:lstStyle/>
          <a:p>
            <a:r>
              <a:rPr lang="en-US" dirty="0"/>
              <a:t>Date</a:t>
            </a:r>
          </a:p>
        </p:txBody>
      </p:sp>
    </p:spTree>
    <p:extLst>
      <p:ext uri="{AE97130F-5FF0-440C-855F-491349902BA5}">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055381294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Text, and Images">
    <p:spTree>
      <p:nvGrpSpPr>
        <p:cNvPr id="1" name=""/>
        <p:cNvGrpSpPr/>
        <p:nvPr/>
      </p:nvGrpSpPr>
      <p:grpSpPr>
        <a:xfrm>
          <a:off x="0" y="0"/>
          <a:ext cx="0" cy="0"/>
          <a:chOff x="0" y="0"/>
          <a:chExt cx="0" cy="0"/>
        </a:xfrm>
      </p:grpSpPr>
      <p:pic>
        <p:nvPicPr>
          <p:cNvPr id="2" name="Picture 1">
            <a:extLst>
              <a:ext uri="{52681A12-C5EC-432C-BE27-32B59DAEE23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408DEDB-FD09-4637-9157-23AF18CF9711}"/>
              </a:ext>
            </a:extLst>
          </p:cNvPr>
          <p:cNvPicPr>
            <a:picLocks noChangeAspect="1"/>
          </p:cNvPicPr>
          <p:nvPr/>
        </p:nvPicPr>
        <p:blipFill>
          <a:blip r:embed="rId3">
            <a:alphaModFix amt="12000"/>
          </a:blip>
          <a:stretch>
            <a:fillRect/>
          </a:stretch>
        </p:blipFill>
        <p:spPr>
          <a:xfrm>
            <a:off x="0" y="0"/>
            <a:ext cx="3800475" cy="5143500"/>
          </a:xfrm>
          <a:prstGeom prst="rect">
            <a:avLst/>
          </a:prstGeom>
          <a:noFill/>
        </p:spPr>
      </p:pic>
      <p:pic>
        <p:nvPicPr>
          <p:cNvPr id="3" name="Picture 2">
            <a:extLst>
              <a:ext uri="{574A0468-47E4-41C6-91D4-A259EAF4BDC3}">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4463EB7-220D-4C78-BC39-542C205CC91E}"/>
              </a:ext>
            </a:extLst>
          </p:cNvPr>
          <p:cNvPicPr>
            <a:picLocks noChangeAspect="1"/>
          </p:cNvPicPr>
          <p:nvPr/>
        </p:nvPicPr>
        <p:blipFill>
          <a:blip r:embed="rId4">
            <a:alphaModFix amt="10000"/>
          </a:blip>
          <a:stretch>
            <a:fillRect/>
          </a:stretch>
        </p:blipFill>
        <p:spPr>
          <a:xfrm>
            <a:off x="5762988" y="0"/>
            <a:ext cx="3366038" cy="5143500"/>
          </a:xfrm>
          <a:prstGeom prst="rect">
            <a:avLst/>
          </a:prstGeom>
          <a:noFill/>
        </p:spPr>
      </p:pic>
      <p:pic>
        <p:nvPicPr>
          <p:cNvPr id="4" name="Picture 3">
            <a:extLst>
              <a:ext uri="{DC4E2ADF-FF7A-431C-873F-D13D4A741A6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DC43DA9B-8C7A-42BD-9769-318407B6D0E2}"/>
              </a:ext>
            </a:extLst>
          </p:cNvPr>
          <p:cNvPicPr>
            <a:picLocks noChangeAspect="1"/>
          </p:cNvPicPr>
          <p:nvPr/>
        </p:nvPicPr>
        <p:blipFill>
          <a:blip r:embed="rId5">
            <a:alphaModFix amt="35000"/>
          </a:blip>
          <a:stretch>
            <a:fillRect/>
          </a:stretch>
        </p:blipFill>
        <p:spPr>
          <a:xfrm>
            <a:off x="6086474" y="1238250"/>
            <a:ext cx="2560974" cy="2588413"/>
          </a:xfrm>
          <a:prstGeom prst="rect">
            <a:avLst/>
          </a:prstGeom>
          <a:noFill/>
        </p:spPr>
      </p:pic>
      <p:pic>
        <p:nvPicPr>
          <p:cNvPr id="5" name="Picture 4">
            <a:extLst>
              <a:ext uri="{24E7F8D0-C1EC-431D-8D4D-C57CDB7B8C6C}">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C72FE9DE-CA42-4DA6-8BEA-38A08C5FB0C3}"/>
              </a:ext>
            </a:extLst>
          </p:cNvPr>
          <p:cNvPicPr>
            <a:picLocks noChangeAspect="1"/>
          </p:cNvPicPr>
          <p:nvPr/>
        </p:nvPicPr>
        <p:blipFill>
          <a:blip r:embed="rId5">
            <a:alphaModFix amt="35000"/>
          </a:blip>
          <a:stretch>
            <a:fillRect/>
          </a:stretch>
        </p:blipFill>
        <p:spPr>
          <a:xfrm>
            <a:off x="3248025" y="2181225"/>
            <a:ext cx="2560974" cy="2588413"/>
          </a:xfrm>
          <a:prstGeom prst="rect">
            <a:avLst/>
          </a:prstGeom>
          <a:noFill/>
        </p:spPr>
      </p:pic>
      <p:pic>
        <p:nvPicPr>
          <p:cNvPr id="6" name="Picture 5">
            <a:extLst>
              <a:ext uri="{15BAA9EF-FA0C-4C9F-AD34-DD4527CE814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5AAB109-1D18-4935-9AB6-3CCBE40B6514}"/>
              </a:ext>
            </a:extLst>
          </p:cNvPr>
          <p:cNvPicPr>
            <a:picLocks noChangeAspect="1"/>
          </p:cNvPicPr>
          <p:nvPr/>
        </p:nvPicPr>
        <p:blipFill>
          <a:blip r:embed="rId5">
            <a:alphaModFix amt="35000"/>
          </a:blip>
          <a:stretch>
            <a:fillRect/>
          </a:stretch>
        </p:blipFill>
        <p:spPr>
          <a:xfrm>
            <a:off x="466725" y="1123950"/>
            <a:ext cx="2560974" cy="2588413"/>
          </a:xfrm>
          <a:prstGeom prst="rect">
            <a:avLst/>
          </a:prstGeom>
          <a:noFill/>
        </p:spPr>
      </p:pic>
      <p:sp>
        <p:nvSpPr>
          <p:cNvPr id="7" name="Picture Placeholder 2">
            <a:extLst>
              <a:ext uri="{6F74D4B3-B89A-4EEE-B47D-0419553EF6F4}">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B14CB96-6041-438D-967E-FCCFE01C787A}"/>
              </a:ext>
            </a:extLst>
          </p:cNvPr>
          <p:cNvSpPr>
            <a:spLocks noGrp="1" noChangeAspect="1"/>
          </p:cNvSpPr>
          <p:nvPr>
            <p:ph type="pic"/>
          </p:nvPr>
        </p:nvSpPr>
        <p:spPr>
          <a:xfrm>
            <a:off x="704850" y="1371600"/>
            <a:ext cx="2095500" cy="2095500"/>
          </a:xfrm>
          <a:prstGeom prst="ellipse">
            <a:avLst/>
          </a:prstGeom>
          <a:solidFill>
            <a:schemeClr val="tx2">
              <a:alpha val="10000"/>
            </a:schemeClr>
          </a:solidFill>
          <a:ln w="38100">
            <a:noFill/>
            <a:miter lim="800000"/>
          </a:ln>
        </p:spPr>
        <p:txBody>
          <a:bodyPr rtlCol="0"/>
          <a:lstStyle/>
          <a:p>
            <a:r>
              <a:rPr lang="en-US" dirty="0"/>
              <a:t>Click icon to add picture</a:t>
            </a:r>
          </a:p>
        </p:txBody>
      </p:sp>
      <p:sp>
        <p:nvSpPr>
          <p:cNvPr id="8" name="Picture Placeholder 2">
            <a:extLst>
              <a:ext uri="{137555B0-C533-4CBC-842B-51E77B628524}">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99624EF-A9AA-4739-846D-F1CF558CA5A7}"/>
              </a:ext>
            </a:extLst>
          </p:cNvPr>
          <p:cNvSpPr>
            <a:spLocks noGrp="1" noChangeAspect="1"/>
          </p:cNvSpPr>
          <p:nvPr>
            <p:ph type="pic" idx="1"/>
          </p:nvPr>
        </p:nvSpPr>
        <p:spPr>
          <a:xfrm>
            <a:off x="3486150" y="2428875"/>
            <a:ext cx="2095500" cy="2095500"/>
          </a:xfrm>
          <a:prstGeom prst="ellipse">
            <a:avLst/>
          </a:prstGeom>
          <a:solidFill>
            <a:schemeClr val="tx2">
              <a:alpha val="10000"/>
            </a:schemeClr>
          </a:solidFill>
          <a:ln w="38100">
            <a:noFill/>
            <a:miter lim="800000"/>
          </a:ln>
        </p:spPr>
        <p:txBody>
          <a:bodyPr rtlCol="0"/>
          <a:lstStyle/>
          <a:p>
            <a:r>
              <a:rPr lang="en-US" dirty="0"/>
              <a:t>Click icon to add picture</a:t>
            </a:r>
          </a:p>
        </p:txBody>
      </p:sp>
      <p:sp>
        <p:nvSpPr>
          <p:cNvPr id="9" name="Picture Placeholder 2">
            <a:extLst>
              <a:ext uri="{FB10FE5D-6011-4406-9A14-BA7034F0DC1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CFDD467-4832-41E3-85C6-0DA9EF42FB02}"/>
              </a:ext>
            </a:extLst>
          </p:cNvPr>
          <p:cNvSpPr>
            <a:spLocks noGrp="1" noChangeAspect="1"/>
          </p:cNvSpPr>
          <p:nvPr>
            <p:ph type="pic" idx="2"/>
          </p:nvPr>
        </p:nvSpPr>
        <p:spPr>
          <a:xfrm>
            <a:off x="6286500" y="1524000"/>
            <a:ext cx="2095500" cy="2095500"/>
          </a:xfrm>
          <a:prstGeom prst="ellipse">
            <a:avLst/>
          </a:prstGeom>
          <a:solidFill>
            <a:schemeClr val="tx2">
              <a:alpha val="10000"/>
            </a:schemeClr>
          </a:solidFill>
          <a:ln w="38100">
            <a:noFill/>
            <a:miter lim="800000"/>
          </a:ln>
        </p:spPr>
        <p:txBody>
          <a:bodyPr rtlCol="0"/>
          <a:lstStyle/>
          <a:p>
            <a:r>
              <a:rPr lang="en-US" dirty="0"/>
              <a:t>Click icon to add picture</a:t>
            </a:r>
          </a:p>
        </p:txBody>
      </p:sp>
      <p:sp>
        <p:nvSpPr>
          <p:cNvPr id="10" name="Content Placeholder 2">
            <a:extLst>
              <a:ext uri="{DD233ECF-E620-4299-BA78-07117D42E34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9982F6C9-87FE-4FD5-8625-77DD7C61428C}"/>
              </a:ext>
            </a:extLst>
          </p:cNvPr>
          <p:cNvSpPr>
            <a:spLocks noGrp="1"/>
          </p:cNvSpPr>
          <p:nvPr>
            <p:ph type="body" idx="3"/>
          </p:nvPr>
        </p:nvSpPr>
        <p:spPr>
          <a:xfrm>
            <a:off x="609600" y="3838575"/>
            <a:ext cx="2286000" cy="571500"/>
          </a:xfrm>
          <a:prstGeom prst="rect">
            <a:avLst/>
          </a:prstGeom>
        </p:spPr>
        <p:txBody>
          <a:bodyPr vert="horz" rtlCol="0" anchor="t">
            <a:normAutofit/>
          </a:bodyPr>
          <a:lstStyle>
            <a:lvl1pPr marL="0" lvl="0" indent="0" algn="ctr">
              <a:lnSpc>
                <a:spcPct val="100000"/>
              </a:lnSpc>
              <a:buFont typeface="Arial"/>
              <a:buNone/>
              <a:defRPr lang="en-US" sz="1400" dirty="0">
                <a:solidFill>
                  <a:schemeClr val="bg1"/>
                </a:solidFill>
                <a:latin typeface="+mn-lt"/>
              </a:defRPr>
            </a:lvl1pPr>
            <a:lvl2pPr lvl="1">
              <a:lnSpc>
                <a:spcPct val="129999"/>
              </a:lnSpc>
              <a:defRPr lang="en-US" sz="1000" dirty="0">
                <a:solidFill>
                  <a:schemeClr val="bg1">
                    <a:lumMod val="65000"/>
                  </a:schemeClr>
                </a:solidFill>
                <a:latin typeface="+mn-lt"/>
              </a:defRPr>
            </a:lvl2pPr>
            <a:lvl3pPr lvl="2">
              <a:lnSpc>
                <a:spcPts val="1200"/>
              </a:lnSpc>
              <a:defRPr lang="en-US" sz="1050" i="1" dirty="0">
                <a:solidFill>
                  <a:schemeClr val="tx2">
                    <a:lumMod val="50000"/>
                    <a:lumOff val="50000"/>
                  </a:schemeClr>
                </a:solidFill>
                <a:latin typeface="+mn-lt"/>
              </a:defRPr>
            </a:lvl3pPr>
            <a:lvl4pPr lvl="3">
              <a:lnSpc>
                <a:spcPts val="1200"/>
              </a:lnSpc>
              <a:defRPr lang="en-US" sz="1050" i="0" dirty="0">
                <a:solidFill>
                  <a:schemeClr val="tx2">
                    <a:lumMod val="50000"/>
                    <a:lumOff val="50000"/>
                  </a:schemeClr>
                </a:solidFill>
                <a:latin typeface="+mn-lt"/>
              </a:defRPr>
            </a:lvl4pPr>
            <a:lvl5pPr lvl="4">
              <a:lnSpc>
                <a:spcPts val="1200"/>
              </a:lnSpc>
              <a:buFont typeface="Arial"/>
              <a:buChar char="»"/>
              <a:defRPr lang="en-US" sz="1050" i="1" dirty="0">
                <a:solidFill>
                  <a:schemeClr val="tx2">
                    <a:lumMod val="50000"/>
                    <a:lumOff val="50000"/>
                  </a:schemeClr>
                </a:solidFill>
                <a:latin typeface="+mn-lt"/>
              </a:defRPr>
            </a:lvl5pPr>
          </a:lstStyle>
          <a:p>
            <a:pPr lvl="0"/>
            <a:r>
              <a:rPr lang="en-US" dirty="0"/>
              <a:t>Click to edit Master text styles</a:t>
            </a:r>
          </a:p>
        </p:txBody>
      </p:sp>
      <p:sp>
        <p:nvSpPr>
          <p:cNvPr id="11" name="Date Placeholder 1">
            <a:extLst>
              <a:ext uri="{51EBC1EE-2048-4D24-B1BA-B35CD8584F0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6FD3A75-24FE-4085-BB16-78614BDB4DD5}"/>
              </a:ext>
            </a:extLst>
          </p:cNvPr>
          <p:cNvSpPr>
            <a:spLocks noGrp="1"/>
          </p:cNvSpPr>
          <p:nvPr>
            <p:ph type="dt" sz="half" idx="10"/>
          </p:nvPr>
        </p:nvSpPr>
        <p:spPr/>
        <p:txBody>
          <a:bodyPr rtlCol="0"/>
          <a:lstStyle/>
          <a:p>
            <a:r>
              <a:rPr lang="en-US" dirty="0"/>
              <a:t>Date</a:t>
            </a:r>
          </a:p>
        </p:txBody>
      </p:sp>
      <p:sp>
        <p:nvSpPr>
          <p:cNvPr id="12" name="Footer Placeholder 3">
            <a:extLst>
              <a:ext uri="{589B6698-7B73-4F5D-BFBF-4FABCDACD60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0CAE4E3-E939-4051-A7EA-20A29AFA2F0E}"/>
              </a:ext>
            </a:extLst>
          </p:cNvPr>
          <p:cNvSpPr>
            <a:spLocks noGrp="1"/>
          </p:cNvSpPr>
          <p:nvPr>
            <p:ph type="ftr" sz="quarter" idx="11"/>
          </p:nvPr>
        </p:nvSpPr>
        <p:spPr/>
        <p:txBody>
          <a:bodyPr rtlCol="0"/>
          <a:lstStyle/>
          <a:p>
            <a:r>
              <a:rPr lang="en-US" dirty="0"/>
              <a:t>Footer</a:t>
            </a:r>
          </a:p>
        </p:txBody>
      </p:sp>
      <p:sp>
        <p:nvSpPr>
          <p:cNvPr id="13" name="Slide Number Placeholder 4">
            <a:extLst>
              <a:ext uri="{B39CEFE3-4F63-4C24-9805-9B9317968AD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9894F328-9461-4D68-9B46-D5DC6D67F44D}"/>
              </a:ext>
            </a:extLst>
          </p:cNvPr>
          <p:cNvSpPr>
            <a:spLocks noGrp="1"/>
          </p:cNvSpPr>
          <p:nvPr>
            <p:ph type="sldNum" sz="quarter" idx="12"/>
          </p:nvPr>
        </p:nvSpPr>
        <p:spPr/>
        <p:txBody>
          <a:bodyPr rtlCol="0"/>
          <a:lstStyle/>
          <a:p>
            <a:r>
              <a:rPr lang="en-US" dirty="0"/>
              <a:t>&lt;#&gt;</a:t>
            </a:r>
          </a:p>
        </p:txBody>
      </p:sp>
      <p:sp>
        <p:nvSpPr>
          <p:cNvPr id="14" name="Content Placeholder 2">
            <a:extLst>
              <a:ext uri="{10699647-F325-409E-9A1A-7FC4822F021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4CA44DE3-C86D-4060-AC30-B8DE0BF280E7}"/>
              </a:ext>
            </a:extLst>
          </p:cNvPr>
          <p:cNvSpPr>
            <a:spLocks noGrp="1"/>
          </p:cNvSpPr>
          <p:nvPr>
            <p:ph type="body" idx="4"/>
          </p:nvPr>
        </p:nvSpPr>
        <p:spPr>
          <a:xfrm>
            <a:off x="3390900" y="1636244"/>
            <a:ext cx="2286000" cy="553399"/>
          </a:xfrm>
          <a:prstGeom prst="rect">
            <a:avLst/>
          </a:prstGeom>
        </p:spPr>
        <p:txBody>
          <a:bodyPr vert="horz" rtlCol="0" anchor="b">
            <a:normAutofit/>
          </a:bodyPr>
          <a:lstStyle>
            <a:lvl1pPr marL="0" lvl="0" indent="0" algn="ctr">
              <a:lnSpc>
                <a:spcPct val="100000"/>
              </a:lnSpc>
              <a:buFont typeface="Arial"/>
              <a:buNone/>
              <a:defRPr lang="en-US" sz="1400" dirty="0">
                <a:solidFill>
                  <a:schemeClr val="bg1"/>
                </a:solidFill>
                <a:latin typeface="+mn-lt"/>
              </a:defRPr>
            </a:lvl1pPr>
            <a:lvl2pPr lvl="1">
              <a:lnSpc>
                <a:spcPct val="129999"/>
              </a:lnSpc>
              <a:defRPr lang="en-US" sz="1000" dirty="0">
                <a:solidFill>
                  <a:schemeClr val="bg1">
                    <a:lumMod val="65000"/>
                  </a:schemeClr>
                </a:solidFill>
                <a:latin typeface="+mn-lt"/>
              </a:defRPr>
            </a:lvl2pPr>
            <a:lvl3pPr lvl="2">
              <a:lnSpc>
                <a:spcPts val="1200"/>
              </a:lnSpc>
              <a:defRPr lang="en-US" sz="1050" i="1" dirty="0">
                <a:solidFill>
                  <a:schemeClr val="tx2">
                    <a:lumMod val="50000"/>
                    <a:lumOff val="50000"/>
                  </a:schemeClr>
                </a:solidFill>
                <a:latin typeface="+mn-lt"/>
              </a:defRPr>
            </a:lvl3pPr>
            <a:lvl4pPr lvl="3">
              <a:lnSpc>
                <a:spcPts val="1200"/>
              </a:lnSpc>
              <a:defRPr lang="en-US" sz="1050" i="0" dirty="0">
                <a:solidFill>
                  <a:schemeClr val="tx2">
                    <a:lumMod val="50000"/>
                    <a:lumOff val="50000"/>
                  </a:schemeClr>
                </a:solidFill>
                <a:latin typeface="+mn-lt"/>
              </a:defRPr>
            </a:lvl4pPr>
            <a:lvl5pPr lvl="4">
              <a:lnSpc>
                <a:spcPts val="1200"/>
              </a:lnSpc>
              <a:buFont typeface="Arial"/>
              <a:buChar char="»"/>
              <a:defRPr lang="en-US" sz="1050" i="1" dirty="0">
                <a:solidFill>
                  <a:schemeClr val="tx2">
                    <a:lumMod val="50000"/>
                    <a:lumOff val="50000"/>
                  </a:schemeClr>
                </a:solidFill>
                <a:latin typeface="+mn-lt"/>
              </a:defRPr>
            </a:lvl5pPr>
          </a:lstStyle>
          <a:p>
            <a:pPr lvl="0"/>
            <a:r>
              <a:rPr lang="en-US" dirty="0"/>
              <a:t>Click to edit Master text styles</a:t>
            </a:r>
          </a:p>
        </p:txBody>
      </p:sp>
      <p:sp>
        <p:nvSpPr>
          <p:cNvPr id="15" name="Content Placeholder 2">
            <a:extLst>
              <a:ext uri="{8A8B0E9E-4F73-4C43-A14C-FF804316228C}">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1ED7CBEF-025F-4547-8201-A1B98AA0E459}"/>
              </a:ext>
            </a:extLst>
          </p:cNvPr>
          <p:cNvSpPr>
            <a:spLocks noGrp="1"/>
          </p:cNvSpPr>
          <p:nvPr>
            <p:ph type="body" idx="5"/>
          </p:nvPr>
        </p:nvSpPr>
        <p:spPr>
          <a:xfrm>
            <a:off x="6311803" y="3838575"/>
            <a:ext cx="2286000" cy="571500"/>
          </a:xfrm>
          <a:prstGeom prst="rect">
            <a:avLst/>
          </a:prstGeom>
        </p:spPr>
        <p:txBody>
          <a:bodyPr vert="horz" rtlCol="0" anchor="t">
            <a:normAutofit/>
          </a:bodyPr>
          <a:lstStyle>
            <a:lvl1pPr marL="0" lvl="0" indent="0" algn="ctr">
              <a:lnSpc>
                <a:spcPct val="100000"/>
              </a:lnSpc>
              <a:buFont typeface="Arial"/>
              <a:buNone/>
              <a:defRPr lang="en-US" sz="1400" dirty="0">
                <a:solidFill>
                  <a:schemeClr val="bg1"/>
                </a:solidFill>
                <a:latin typeface="+mn-lt"/>
              </a:defRPr>
            </a:lvl1pPr>
            <a:lvl2pPr lvl="1">
              <a:lnSpc>
                <a:spcPct val="129999"/>
              </a:lnSpc>
              <a:defRPr lang="en-US" sz="1000" dirty="0">
                <a:solidFill>
                  <a:schemeClr val="bg1">
                    <a:lumMod val="65000"/>
                  </a:schemeClr>
                </a:solidFill>
                <a:latin typeface="+mn-lt"/>
              </a:defRPr>
            </a:lvl2pPr>
            <a:lvl3pPr lvl="2">
              <a:lnSpc>
                <a:spcPts val="1200"/>
              </a:lnSpc>
              <a:defRPr lang="en-US" sz="1050" i="1" dirty="0">
                <a:solidFill>
                  <a:schemeClr val="tx2">
                    <a:lumMod val="50000"/>
                    <a:lumOff val="50000"/>
                  </a:schemeClr>
                </a:solidFill>
                <a:latin typeface="+mn-lt"/>
              </a:defRPr>
            </a:lvl3pPr>
            <a:lvl4pPr lvl="3">
              <a:lnSpc>
                <a:spcPts val="1200"/>
              </a:lnSpc>
              <a:defRPr lang="en-US" sz="1050" i="0" dirty="0">
                <a:solidFill>
                  <a:schemeClr val="tx2">
                    <a:lumMod val="50000"/>
                    <a:lumOff val="50000"/>
                  </a:schemeClr>
                </a:solidFill>
                <a:latin typeface="+mn-lt"/>
              </a:defRPr>
            </a:lvl4pPr>
            <a:lvl5pPr lvl="4">
              <a:lnSpc>
                <a:spcPts val="1200"/>
              </a:lnSpc>
              <a:buFont typeface="Arial"/>
              <a:buChar char="»"/>
              <a:defRPr lang="en-US" sz="1050" i="1" dirty="0">
                <a:solidFill>
                  <a:schemeClr val="tx2">
                    <a:lumMod val="50000"/>
                    <a:lumOff val="50000"/>
                  </a:schemeClr>
                </a:solidFill>
                <a:latin typeface="+mn-lt"/>
              </a:defRPr>
            </a:lvl5pPr>
          </a:lstStyle>
          <a:p>
            <a:pPr lvl="0"/>
            <a:r>
              <a:rPr lang="en-US" dirty="0"/>
              <a:t>Click to edit Master text styles</a:t>
            </a:r>
          </a:p>
        </p:txBody>
      </p:sp>
      <p:sp>
        <p:nvSpPr>
          <p:cNvPr id="16" name="Title 1">
            <a:extLst>
              <a:ext uri="{CC83D8DA-35A0-4FD3-8059-6C733365B93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49298666-6E09-4C16-83F2-28A5476F4A95}"/>
              </a:ext>
            </a:extLst>
          </p:cNvPr>
          <p:cNvSpPr>
            <a:spLocks noGrp="1"/>
          </p:cNvSpPr>
          <p:nvPr>
            <p:ph type="title" idx="6"/>
          </p:nvPr>
        </p:nvSpPr>
        <p:spPr/>
        <p:txBody>
          <a:bodyPr rtlCol="0"/>
          <a:lstStyle>
            <a:lvl1pPr lvl="0"/>
          </a:lstStyle>
          <a:p>
            <a:r>
              <a:rPr lang="en-US" dirty="0"/>
              <a:t>Click to edit Master title style</a:t>
            </a:r>
          </a:p>
        </p:txBody>
      </p:sp>
      <p:pic>
        <p:nvPicPr>
          <p:cNvPr id="17" name="Picture 16">
            <a:extLst>
              <a:ext uri="{73504D63-36F6-46A4-B24C-116A7BCAF66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D413173-288A-4827-98CC-DAA9D204C3CB}"/>
              </a:ext>
            </a:extLst>
          </p:cNvPr>
          <p:cNvPicPr>
            <a:picLocks noChangeAspect="1"/>
          </p:cNvPicPr>
          <p:nvPr/>
        </p:nvPicPr>
        <p:blipFill>
          <a:blip r:embed="rId6">
            <a:alphaModFix amt="39999"/>
          </a:blip>
          <a:stretch>
            <a:fillRect/>
          </a:stretch>
        </p:blipFill>
        <p:spPr>
          <a:xfrm>
            <a:off x="-9162" y="-9162"/>
            <a:ext cx="1752600" cy="5143500"/>
          </a:xfrm>
          <a:prstGeom prst="rect">
            <a:avLst/>
          </a:prstGeom>
          <a:noFill/>
        </p:spPr>
      </p:pic>
      <p:pic>
        <p:nvPicPr>
          <p:cNvPr id="18" name="Picture 17">
            <a:extLst>
              <a:ext uri="{926613B4-E3DF-4E1D-ADA6-76E21B93F87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E69D6672-7A35-4D82-8E84-B4E9A45CEE1F}"/>
              </a:ext>
            </a:extLst>
          </p:cNvPr>
          <p:cNvPicPr>
            <a:picLocks noChangeAspect="1"/>
          </p:cNvPicPr>
          <p:nvPr/>
        </p:nvPicPr>
        <p:blipFill>
          <a:blip r:embed="rId7">
            <a:alphaModFix amt="39999"/>
          </a:blip>
          <a:stretch>
            <a:fillRect/>
          </a:stretch>
        </p:blipFill>
        <p:spPr>
          <a:xfrm>
            <a:off x="7382238" y="-9162"/>
            <a:ext cx="1743075" cy="5143500"/>
          </a:xfrm>
          <a:prstGeom prst="rect">
            <a:avLst/>
          </a:prstGeom>
          <a:noFill/>
          <a:ln w="28575" cap="flat">
            <a:noFill/>
            <a:prstDash val="solid"/>
            <a:round/>
          </a:ln>
        </p:spPr>
      </p:pic>
    </p:spTree>
    <p:custDataLst>
      <p:tags r:id="rId1"/>
    </p:custDataLst>
    <p:extLst>
      <p:ext uri="{435A7958-8D01-4449-938F-51838D8766ED}">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055381294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Images">
    <p:spTree>
      <p:nvGrpSpPr>
        <p:cNvPr id="1" name=""/>
        <p:cNvGrpSpPr/>
        <p:nvPr/>
      </p:nvGrpSpPr>
      <p:grpSpPr>
        <a:xfrm>
          <a:off x="0" y="0"/>
          <a:ext cx="0" cy="0"/>
          <a:chOff x="0" y="0"/>
          <a:chExt cx="0" cy="0"/>
        </a:xfrm>
      </p:grpSpPr>
      <p:pic>
        <p:nvPicPr>
          <p:cNvPr id="2" name="Picture 1">
            <a:extLst>
              <a:ext uri="{F1E068FB-3671-4DEC-8A3A-E402C1F60AE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D7C0F9BB-15F6-4F26-9AFA-1A2706948086}"/>
              </a:ext>
            </a:extLst>
          </p:cNvPr>
          <p:cNvPicPr>
            <a:picLocks noChangeAspect="1"/>
          </p:cNvPicPr>
          <p:nvPr/>
        </p:nvPicPr>
        <p:blipFill>
          <a:blip r:embed="rId3">
            <a:alphaModFix amt="12000"/>
          </a:blip>
          <a:stretch>
            <a:fillRect/>
          </a:stretch>
        </p:blipFill>
        <p:spPr>
          <a:xfrm>
            <a:off x="0" y="0"/>
            <a:ext cx="3800475" cy="5143500"/>
          </a:xfrm>
          <a:prstGeom prst="rect">
            <a:avLst/>
          </a:prstGeom>
          <a:noFill/>
        </p:spPr>
      </p:pic>
      <p:pic>
        <p:nvPicPr>
          <p:cNvPr id="3" name="Picture 2">
            <a:extLst>
              <a:ext uri="{20055AB9-5331-4AED-909D-8024B2B1F41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C07F453-2EF4-4EDF-AAF7-F09AF30A927A}"/>
              </a:ext>
            </a:extLst>
          </p:cNvPr>
          <p:cNvPicPr>
            <a:picLocks noChangeAspect="1"/>
          </p:cNvPicPr>
          <p:nvPr/>
        </p:nvPicPr>
        <p:blipFill>
          <a:blip r:embed="rId4">
            <a:alphaModFix amt="39999"/>
          </a:blip>
          <a:stretch>
            <a:fillRect/>
          </a:stretch>
        </p:blipFill>
        <p:spPr>
          <a:xfrm>
            <a:off x="247650" y="1133475"/>
            <a:ext cx="2089163" cy="2078524"/>
          </a:xfrm>
          <a:prstGeom prst="rect">
            <a:avLst/>
          </a:prstGeom>
          <a:noFill/>
        </p:spPr>
      </p:pic>
      <p:pic>
        <p:nvPicPr>
          <p:cNvPr id="4" name="Picture 3">
            <a:extLst>
              <a:ext uri="{A14EEB9E-5E1F-4DF2-B675-6BA96BAC6F5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A432923-6430-405D-A27C-EA58E5759F72}"/>
              </a:ext>
            </a:extLst>
          </p:cNvPr>
          <p:cNvPicPr>
            <a:picLocks noChangeAspect="1"/>
          </p:cNvPicPr>
          <p:nvPr/>
        </p:nvPicPr>
        <p:blipFill>
          <a:blip r:embed="rId4">
            <a:alphaModFix amt="39999"/>
          </a:blip>
          <a:stretch>
            <a:fillRect/>
          </a:stretch>
        </p:blipFill>
        <p:spPr>
          <a:xfrm>
            <a:off x="4219575" y="1085850"/>
            <a:ext cx="2089163" cy="2078524"/>
          </a:xfrm>
          <a:prstGeom prst="rect">
            <a:avLst/>
          </a:prstGeom>
          <a:noFill/>
        </p:spPr>
      </p:pic>
      <p:pic>
        <p:nvPicPr>
          <p:cNvPr id="5" name="Picture 4">
            <a:extLst>
              <a:ext uri="{00659418-3A1E-4591-964E-D62BC290FCC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E399669-5408-445B-B483-4FA961390AFC}"/>
              </a:ext>
            </a:extLst>
          </p:cNvPr>
          <p:cNvPicPr>
            <a:picLocks noChangeAspect="1"/>
          </p:cNvPicPr>
          <p:nvPr/>
        </p:nvPicPr>
        <p:blipFill>
          <a:blip r:embed="rId4">
            <a:alphaModFix amt="39999"/>
          </a:blip>
          <a:stretch>
            <a:fillRect/>
          </a:stretch>
        </p:blipFill>
        <p:spPr>
          <a:xfrm>
            <a:off x="2257425" y="2466975"/>
            <a:ext cx="2089163" cy="2078524"/>
          </a:xfrm>
          <a:prstGeom prst="rect">
            <a:avLst/>
          </a:prstGeom>
          <a:noFill/>
        </p:spPr>
      </p:pic>
      <p:pic>
        <p:nvPicPr>
          <p:cNvPr id="6" name="Picture 5">
            <a:extLst>
              <a:ext uri="{B79EC76D-F86B-40EE-9197-A240FB9649F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6F390E5-2990-47B1-A094-EB21485ED48E}"/>
              </a:ext>
            </a:extLst>
          </p:cNvPr>
          <p:cNvPicPr>
            <a:picLocks noChangeAspect="1"/>
          </p:cNvPicPr>
          <p:nvPr/>
        </p:nvPicPr>
        <p:blipFill>
          <a:blip r:embed="rId5">
            <a:alphaModFix amt="14999"/>
          </a:blip>
          <a:stretch>
            <a:fillRect/>
          </a:stretch>
        </p:blipFill>
        <p:spPr>
          <a:xfrm>
            <a:off x="5762988" y="0"/>
            <a:ext cx="3366038" cy="5143500"/>
          </a:xfrm>
          <a:prstGeom prst="rect">
            <a:avLst/>
          </a:prstGeom>
          <a:noFill/>
        </p:spPr>
      </p:pic>
      <p:pic>
        <p:nvPicPr>
          <p:cNvPr id="7" name="Picture 6">
            <a:extLst>
              <a:ext uri="{76F41057-37CC-4E95-A0AE-7B91DA1F74E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DD8AD560-53D7-4414-A523-71C8516C95E3}"/>
              </a:ext>
            </a:extLst>
          </p:cNvPr>
          <p:cNvPicPr>
            <a:picLocks noChangeAspect="1"/>
          </p:cNvPicPr>
          <p:nvPr/>
        </p:nvPicPr>
        <p:blipFill>
          <a:blip r:embed="rId4">
            <a:alphaModFix amt="39999"/>
          </a:blip>
          <a:stretch>
            <a:fillRect/>
          </a:stretch>
        </p:blipFill>
        <p:spPr>
          <a:xfrm>
            <a:off x="6505574" y="1895475"/>
            <a:ext cx="2089163" cy="2078524"/>
          </a:xfrm>
          <a:prstGeom prst="rect">
            <a:avLst/>
          </a:prstGeom>
          <a:noFill/>
        </p:spPr>
      </p:pic>
      <p:pic>
        <p:nvPicPr>
          <p:cNvPr id="8" name="Picture 7">
            <a:extLst>
              <a:ext uri="{1463F674-178E-4143-A959-CE01A2FC91C8}">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96AA9225-DF73-4B2C-8A2B-022258DE809C}"/>
              </a:ext>
            </a:extLst>
          </p:cNvPr>
          <p:cNvPicPr>
            <a:picLocks noChangeAspect="1"/>
          </p:cNvPicPr>
          <p:nvPr/>
        </p:nvPicPr>
        <p:blipFill>
          <a:blip r:embed="rId6">
            <a:alphaModFix amt="60000"/>
          </a:blip>
          <a:stretch>
            <a:fillRect/>
          </a:stretch>
        </p:blipFill>
        <p:spPr>
          <a:xfrm>
            <a:off x="-9162" y="-9162"/>
            <a:ext cx="1752600" cy="5143500"/>
          </a:xfrm>
          <a:prstGeom prst="rect">
            <a:avLst/>
          </a:prstGeom>
          <a:noFill/>
        </p:spPr>
      </p:pic>
      <p:pic>
        <p:nvPicPr>
          <p:cNvPr id="9" name="Picture 8">
            <a:extLst>
              <a:ext uri="{E47157DB-8D7C-4ED5-8E9A-E73E6F30712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163DEDC9-D599-472C-AADE-BA08CDDC8501}"/>
              </a:ext>
            </a:extLst>
          </p:cNvPr>
          <p:cNvPicPr>
            <a:picLocks noChangeAspect="1"/>
          </p:cNvPicPr>
          <p:nvPr/>
        </p:nvPicPr>
        <p:blipFill>
          <a:blip r:embed="rId7">
            <a:alphaModFix amt="60000"/>
          </a:blip>
          <a:stretch>
            <a:fillRect/>
          </a:stretch>
        </p:blipFill>
        <p:spPr>
          <a:xfrm>
            <a:off x="7382238" y="-9162"/>
            <a:ext cx="1743075" cy="5143500"/>
          </a:xfrm>
          <a:prstGeom prst="rect">
            <a:avLst/>
          </a:prstGeom>
          <a:noFill/>
        </p:spPr>
      </p:pic>
      <p:sp>
        <p:nvSpPr>
          <p:cNvPr id="10" name="Title 1">
            <a:extLst>
              <a:ext uri="{510EC783-3E6C-4A28-A2B3-6DC2A82949C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D0C0A33E-0A1B-4DA7-A1AD-92B59F24B0D9}"/>
              </a:ext>
            </a:extLst>
          </p:cNvPr>
          <p:cNvSpPr>
            <a:spLocks noGrp="1"/>
          </p:cNvSpPr>
          <p:nvPr>
            <p:ph type="title"/>
          </p:nvPr>
        </p:nvSpPr>
        <p:spPr/>
        <p:txBody>
          <a:bodyPr rtlCol="0"/>
          <a:lstStyle>
            <a:lvl1pPr lvl="0"/>
          </a:lstStyle>
          <a:p>
            <a:r>
              <a:rPr lang="en-US" dirty="0"/>
              <a:t>Click to edit Master title style</a:t>
            </a:r>
          </a:p>
        </p:txBody>
      </p:sp>
      <p:sp>
        <p:nvSpPr>
          <p:cNvPr id="11" name="Picture Placeholder 2">
            <a:extLst>
              <a:ext uri="{B9115E64-4FAA-4A2D-815F-DE05B57B468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38BE849-C4A9-40F3-A32B-8AFD90B92FD4}"/>
              </a:ext>
            </a:extLst>
          </p:cNvPr>
          <p:cNvSpPr>
            <a:spLocks noGrp="1" noChangeAspect="1"/>
          </p:cNvSpPr>
          <p:nvPr>
            <p:ph type="pic" idx="1"/>
          </p:nvPr>
        </p:nvSpPr>
        <p:spPr>
          <a:xfrm>
            <a:off x="438150" y="1314450"/>
            <a:ext cx="1714500" cy="1714500"/>
          </a:xfrm>
          <a:prstGeom prst="ellipse">
            <a:avLst/>
          </a:prstGeom>
          <a:solidFill>
            <a:schemeClr val="accent1">
              <a:alpha val="11000"/>
            </a:schemeClr>
          </a:solidFill>
          <a:ln w="38100">
            <a:noFill/>
            <a:miter lim="800000"/>
          </a:ln>
        </p:spPr>
        <p:txBody>
          <a:bodyPr rtlCol="0"/>
          <a:lstStyle/>
          <a:p>
            <a:r>
              <a:rPr lang="en-US" dirty="0"/>
              <a:t>Click icon to add picture</a:t>
            </a:r>
          </a:p>
        </p:txBody>
      </p:sp>
      <p:sp>
        <p:nvSpPr>
          <p:cNvPr id="12" name="Picture Placeholder 2">
            <a:extLst>
              <a:ext uri="{080138B9-DC7C-424D-AD59-C57D64F28225}">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CD6C71B7-102F-45A5-93BB-FB5EBB274E91}"/>
              </a:ext>
            </a:extLst>
          </p:cNvPr>
          <p:cNvSpPr>
            <a:spLocks noGrp="1" noChangeAspect="1"/>
          </p:cNvSpPr>
          <p:nvPr>
            <p:ph type="pic" idx="2"/>
          </p:nvPr>
        </p:nvSpPr>
        <p:spPr>
          <a:xfrm>
            <a:off x="2447925" y="2647950"/>
            <a:ext cx="1714500" cy="1714500"/>
          </a:xfrm>
          <a:prstGeom prst="ellipse">
            <a:avLst/>
          </a:prstGeom>
          <a:solidFill>
            <a:schemeClr val="accent1">
              <a:alpha val="11000"/>
            </a:schemeClr>
          </a:solidFill>
          <a:ln w="38100">
            <a:noFill/>
            <a:miter lim="800000"/>
          </a:ln>
        </p:spPr>
        <p:txBody>
          <a:bodyPr rtlCol="0"/>
          <a:lstStyle/>
          <a:p>
            <a:r>
              <a:rPr lang="en-US" dirty="0"/>
              <a:t>Click icon to add picture</a:t>
            </a:r>
          </a:p>
        </p:txBody>
      </p:sp>
      <p:sp>
        <p:nvSpPr>
          <p:cNvPr id="13" name="Picture Placeholder 2">
            <a:extLst>
              <a:ext uri="{A9A2D060-50D4-4BE1-A7C5-FFC2D32F9B0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9806FEA-99A5-4D1F-8ADD-CCF7F27C78B6}"/>
              </a:ext>
            </a:extLst>
          </p:cNvPr>
          <p:cNvSpPr>
            <a:spLocks noGrp="1" noChangeAspect="1"/>
          </p:cNvSpPr>
          <p:nvPr>
            <p:ph type="pic" idx="3"/>
          </p:nvPr>
        </p:nvSpPr>
        <p:spPr>
          <a:xfrm>
            <a:off x="4410075" y="1266825"/>
            <a:ext cx="1714500" cy="1714500"/>
          </a:xfrm>
          <a:prstGeom prst="ellipse">
            <a:avLst/>
          </a:prstGeom>
          <a:solidFill>
            <a:schemeClr val="accent1">
              <a:alpha val="11000"/>
            </a:schemeClr>
          </a:solidFill>
          <a:ln w="38100">
            <a:noFill/>
            <a:miter lim="800000"/>
          </a:ln>
        </p:spPr>
        <p:txBody>
          <a:bodyPr rtlCol="0"/>
          <a:lstStyle/>
          <a:p>
            <a:r>
              <a:rPr lang="en-US" dirty="0"/>
              <a:t>Click icon to add picture</a:t>
            </a:r>
          </a:p>
        </p:txBody>
      </p:sp>
      <p:sp>
        <p:nvSpPr>
          <p:cNvPr id="14" name="Picture Placeholder 2">
            <a:extLst>
              <a:ext uri="{164C303A-9883-4AFB-BCB2-DEC92C22068C}">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398DA65A-B5EE-4240-AD7E-CEFFB7B7A7CD}"/>
              </a:ext>
            </a:extLst>
          </p:cNvPr>
          <p:cNvSpPr>
            <a:spLocks noGrp="1" noChangeAspect="1"/>
          </p:cNvSpPr>
          <p:nvPr>
            <p:ph type="pic" idx="4"/>
          </p:nvPr>
        </p:nvSpPr>
        <p:spPr>
          <a:xfrm>
            <a:off x="6696074" y="2076450"/>
            <a:ext cx="1714500" cy="1714500"/>
          </a:xfrm>
          <a:prstGeom prst="ellipse">
            <a:avLst/>
          </a:prstGeom>
          <a:solidFill>
            <a:schemeClr val="accent1">
              <a:alpha val="11000"/>
            </a:schemeClr>
          </a:solidFill>
          <a:ln w="38100">
            <a:noFill/>
            <a:miter lim="800000"/>
          </a:ln>
        </p:spPr>
        <p:txBody>
          <a:bodyPr rtlCol="0"/>
          <a:lstStyle/>
          <a:p>
            <a:r>
              <a:rPr lang="en-US" dirty="0"/>
              <a:t>Click icon to add picture</a:t>
            </a:r>
          </a:p>
        </p:txBody>
      </p:sp>
      <p:sp>
        <p:nvSpPr>
          <p:cNvPr id="15" name="Slide Number Placeholder 4">
            <a:extLst>
              <a:ext uri="{43C40101-F3F1-442E-85B2-EBE23B777EB3}">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C883633D-9F69-4AD2-811F-809519D314A7}"/>
              </a:ext>
            </a:extLst>
          </p:cNvPr>
          <p:cNvSpPr>
            <a:spLocks noGrp="1"/>
          </p:cNvSpPr>
          <p:nvPr>
            <p:ph type="sldNum" sz="quarter" idx="12"/>
          </p:nvPr>
        </p:nvSpPr>
        <p:spPr/>
        <p:txBody>
          <a:bodyPr rtlCol="0"/>
          <a:lstStyle/>
          <a:p>
            <a:r>
              <a:rPr lang="en-US" dirty="0"/>
              <a:t>&lt;#&gt;</a:t>
            </a:r>
          </a:p>
        </p:txBody>
      </p:sp>
      <p:sp>
        <p:nvSpPr>
          <p:cNvPr id="16" name="Footer Placeholder 3">
            <a:extLst>
              <a:ext uri="{011D4B0B-2330-4C19-B745-9C669EAF60E5}">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DBAD441-54F1-4295-AD8B-1FFFC1B733CF}"/>
              </a:ext>
            </a:extLst>
          </p:cNvPr>
          <p:cNvSpPr>
            <a:spLocks noGrp="1"/>
          </p:cNvSpPr>
          <p:nvPr>
            <p:ph type="ftr" sz="quarter" idx="11"/>
          </p:nvPr>
        </p:nvSpPr>
        <p:spPr/>
        <p:txBody>
          <a:bodyPr rtlCol="0"/>
          <a:lstStyle/>
          <a:p>
            <a:r>
              <a:rPr lang="en-US" dirty="0"/>
              <a:t>Footer</a:t>
            </a:r>
          </a:p>
        </p:txBody>
      </p:sp>
      <p:sp>
        <p:nvSpPr>
          <p:cNvPr id="17" name="Date Placeholder 1">
            <a:extLst>
              <a:ext uri="{DF865DF9-5601-4175-9BBD-7558C1DD77B5}">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6BE62E6-E110-454A-8820-D7964F18738C}"/>
              </a:ext>
            </a:extLst>
          </p:cNvPr>
          <p:cNvSpPr>
            <a:spLocks noGrp="1"/>
          </p:cNvSpPr>
          <p:nvPr>
            <p:ph type="dt" sz="half" idx="10"/>
          </p:nvPr>
        </p:nvSpPr>
        <p:spPr/>
        <p:txBody>
          <a:bodyPr rtlCol="0"/>
          <a:lstStyle/>
          <a:p>
            <a:r>
              <a:rPr lang="en-US" dirty="0"/>
              <a:t>Date</a:t>
            </a:r>
          </a:p>
        </p:txBody>
      </p:sp>
    </p:spTree>
    <p:custDataLst>
      <p:tags r:id="rId1"/>
    </p:custDataLst>
    <p:extLst>
      <p:ext uri="{039D46C0-50EE-4715-BA6D-AE3B2719284F}">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05538129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lideMaster1">
    <p:bg>
      <p:bgRef idx="1002">
        <a:schemeClr val="bg1"/>
      </p:bgRef>
    </p:bg>
    <p:spTree>
      <p:nvGrpSpPr>
        <p:cNvPr id="1" name=""/>
        <p:cNvGrpSpPr/>
        <p:nvPr/>
      </p:nvGrpSpPr>
      <p:grpSpPr>
        <a:xfrm>
          <a:off x="0" y="0"/>
          <a:ext cx="0" cy="0"/>
          <a:chOff x="0" y="0"/>
          <a:chExt cx="0" cy="0"/>
        </a:xfrm>
      </p:grpSpPr>
      <p:sp>
        <p:nvSpPr>
          <p:cNvPr id="2" name="Title Placeholder 1">
            <a:extLst>
              <a:ext uri="{9B4D5D50-7CBD-4673-92A7-66458411BF25}">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FEC5E70F-C77B-4D04-970D-10BD2EC8CA23}"/>
              </a:ext>
            </a:extLst>
          </p:cNvPr>
          <p:cNvSpPr>
            <a:spLocks noGrp="1"/>
          </p:cNvSpPr>
          <p:nvPr>
            <p:ph type="title"/>
          </p:nvPr>
        </p:nvSpPr>
        <p:spPr>
          <a:xfrm>
            <a:off x="919688" y="490694"/>
            <a:ext cx="7302780" cy="494592"/>
          </a:xfrm>
          <a:prstGeom prst="rect">
            <a:avLst/>
          </a:prstGeom>
        </p:spPr>
        <p:txBody>
          <a:bodyPr vert="horz" lIns="91440" tIns="45720" rIns="91440" bIns="45720" rtlCol="0" anchor="b">
            <a:noAutofit/>
          </a:bodyPr>
          <a:lstStyle/>
          <a:p>
            <a:r>
              <a:rPr lang="en-US" dirty="0"/>
              <a:t>Click to edit Master title style</a:t>
            </a:r>
          </a:p>
        </p:txBody>
      </p:sp>
      <p:sp>
        <p:nvSpPr>
          <p:cNvPr id="3" name="Text Placeholder 2">
            <a:extLst>
              <a:ext uri="{6EA862D0-7F89-403E-8D7A-08253A8721D4}">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EFB4BD72-93FB-4E65-81B8-2715B48A0FA3}"/>
              </a:ext>
            </a:extLst>
          </p:cNvPr>
          <p:cNvSpPr>
            <a:spLocks noGrp="1"/>
          </p:cNvSpPr>
          <p:nvPr>
            <p:ph type="body" idx="1"/>
          </p:nvPr>
        </p:nvSpPr>
        <p:spPr>
          <a:xfrm>
            <a:off x="924450" y="1067116"/>
            <a:ext cx="7302780" cy="3575087"/>
          </a:xfrm>
          <a:prstGeom prst="rect">
            <a:avLst/>
          </a:prstGeom>
        </p:spPr>
        <p:txBody>
          <a:bodyPr vert="horz" lIns="91440" tIns="9360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5">
            <a:extLst>
              <a:ext uri="{4836F7F5-62DC-4B51-A01F-873EA177067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5A8757F-DF84-485A-802E-03AB6FF8E4DE}"/>
              </a:ext>
            </a:extLst>
          </p:cNvPr>
          <p:cNvSpPr>
            <a:spLocks noGrp="1"/>
          </p:cNvSpPr>
          <p:nvPr>
            <p:ph type="sldNum" sz="quarter" idx="4"/>
          </p:nvPr>
        </p:nvSpPr>
        <p:spPr>
          <a:xfrm>
            <a:off x="6123448" y="4771233"/>
            <a:ext cx="2133600" cy="273844"/>
          </a:xfrm>
          <a:prstGeom prst="rect">
            <a:avLst/>
          </a:prstGeom>
        </p:spPr>
        <p:txBody>
          <a:bodyPr vert="horz" lIns="91440" tIns="45720" rIns="91440" bIns="45720" rtlCol="0" anchor="ctr"/>
          <a:lstStyle>
            <a:lvl1pPr lvl="0" algn="r">
              <a:defRPr lang="en-US" sz="600" b="0" i="0" dirty="0">
                <a:solidFill>
                  <a:schemeClr val="bg1">
                    <a:lumMod val="50000"/>
                  </a:schemeClr>
                </a:solidFill>
                <a:latin typeface="+mn-lt"/>
              </a:defRPr>
            </a:lvl1pPr>
          </a:lstStyle>
          <a:p>
            <a:r>
              <a:rPr lang="en-US" dirty="0"/>
              <a:t>&lt;#&gt;</a:t>
            </a:r>
          </a:p>
        </p:txBody>
      </p:sp>
      <p:sp>
        <p:nvSpPr>
          <p:cNvPr id="5" name="Footer Placeholder 4">
            <a:extLst>
              <a:ext uri="{DE5B0853-BDE4-4E6E-9220-32AE0641C6DB}">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2FC22EA-4C79-43A2-B010-0D956CF520DA}"/>
              </a:ext>
            </a:extLst>
          </p:cNvPr>
          <p:cNvSpPr>
            <a:spLocks noGrp="1"/>
          </p:cNvSpPr>
          <p:nvPr>
            <p:ph type="ftr" sz="quarter" idx="3"/>
          </p:nvPr>
        </p:nvSpPr>
        <p:spPr>
          <a:xfrm>
            <a:off x="3124200" y="4771233"/>
            <a:ext cx="2895600" cy="273844"/>
          </a:xfrm>
          <a:prstGeom prst="rect">
            <a:avLst/>
          </a:prstGeom>
        </p:spPr>
        <p:txBody>
          <a:bodyPr vert="horz" lIns="91440" tIns="45720" rIns="91440" bIns="45720" rtlCol="0" anchor="ctr"/>
          <a:lstStyle>
            <a:lvl1pPr lvl="0" algn="ctr">
              <a:defRPr lang="en-US" sz="600" b="0" i="0" dirty="0">
                <a:solidFill>
                  <a:schemeClr val="bg1">
                    <a:lumMod val="50000"/>
                  </a:schemeClr>
                </a:solidFill>
                <a:latin typeface="+mn-lt"/>
              </a:defRPr>
            </a:lvl1pPr>
          </a:lstStyle>
          <a:p>
            <a:r>
              <a:rPr lang="en-US" dirty="0"/>
              <a:t>Footer</a:t>
            </a:r>
          </a:p>
        </p:txBody>
      </p:sp>
      <p:sp>
        <p:nvSpPr>
          <p:cNvPr id="6" name="Date Placeholder 3">
            <a:extLst>
              <a:ext uri="{0C1628BF-EE53-4BEA-9B74-B77B429EDD5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0E84F2C-190E-4523-97F3-C45407DED48C}"/>
              </a:ext>
            </a:extLst>
          </p:cNvPr>
          <p:cNvSpPr>
            <a:spLocks noGrp="1"/>
          </p:cNvSpPr>
          <p:nvPr>
            <p:ph type="dt" sz="half" idx="2"/>
          </p:nvPr>
        </p:nvSpPr>
        <p:spPr>
          <a:xfrm>
            <a:off x="894633" y="4771233"/>
            <a:ext cx="2133600" cy="273844"/>
          </a:xfrm>
          <a:prstGeom prst="rect">
            <a:avLst/>
          </a:prstGeom>
        </p:spPr>
        <p:txBody>
          <a:bodyPr vert="horz" lIns="91440" tIns="45720" rIns="91440" bIns="45720" rtlCol="0" anchor="ctr"/>
          <a:lstStyle>
            <a:lvl1pPr lvl="0" algn="l">
              <a:defRPr lang="en-US" sz="600" b="0" i="0" dirty="0">
                <a:solidFill>
                  <a:schemeClr val="bg1">
                    <a:lumMod val="50000"/>
                  </a:schemeClr>
                </a:solidFill>
                <a:latin typeface="+mn-lt"/>
              </a:defRPr>
            </a:lvl1pPr>
          </a:lstStyle>
          <a:p>
            <a:r>
              <a:rPr lang="en-US" dirty="0"/>
              <a:t>Date</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ftr="0" dt="0"/>
  <p:txStyles>
    <p:titleStyle>
      <a:lvl1pPr lvl="0" algn="l" rtl="0">
        <a:lnSpc>
          <a:spcPct val="100000"/>
        </a:lnSpc>
        <a:spcBef>
          <a:spcPct val="0"/>
        </a:spcBef>
        <a:buNone/>
        <a:defRPr lang="en-US" sz="3200" b="0" i="0" dirty="0">
          <a:solidFill>
            <a:schemeClr val="accent3">
              <a:lumMod val="60000"/>
              <a:lumOff val="40000"/>
            </a:schemeClr>
          </a:solidFill>
          <a:latin typeface="+mj-lt"/>
        </a:defRPr>
      </a:lvl1pPr>
    </p:titleStyle>
    <p:bodyStyle>
      <a:lvl1pPr marL="342900" lvl="0" indent="-342900" algn="l" rtl="0">
        <a:lnSpc>
          <a:spcPct val="100000"/>
        </a:lnSpc>
        <a:spcBef>
          <a:spcPts val="1200"/>
        </a:spcBef>
        <a:buClr>
          <a:schemeClr val="accent3">
            <a:lumMod val="60000"/>
            <a:lumOff val="40000"/>
          </a:schemeClr>
        </a:buClr>
        <a:buFont typeface="Arial"/>
        <a:buChar char="•"/>
        <a:defRPr lang="en-US" sz="1800" b="0" i="0" dirty="0">
          <a:solidFill>
            <a:schemeClr val="bg1"/>
          </a:solidFill>
          <a:latin typeface="+mn-lt"/>
        </a:defRPr>
      </a:lvl1pPr>
      <a:lvl2pPr marL="742950" lvl="1" indent="-285750" algn="l" rtl="0">
        <a:lnSpc>
          <a:spcPct val="100000"/>
        </a:lnSpc>
        <a:spcBef>
          <a:spcPts val="300"/>
        </a:spcBef>
        <a:buClr>
          <a:schemeClr val="accent3">
            <a:lumMod val="60000"/>
            <a:lumOff val="40000"/>
          </a:schemeClr>
        </a:buClr>
        <a:buFont typeface="Arial"/>
        <a:buChar char="•"/>
        <a:defRPr lang="en-US" sz="1600" b="0" i="0" dirty="0">
          <a:solidFill>
            <a:schemeClr val="bg1"/>
          </a:solidFill>
          <a:latin typeface="+mn-lt"/>
        </a:defRPr>
      </a:lvl2pPr>
      <a:lvl3pPr marL="1143000" lvl="2" indent="-228600" algn="l" rtl="0">
        <a:lnSpc>
          <a:spcPct val="100000"/>
        </a:lnSpc>
        <a:spcBef>
          <a:spcPts val="300"/>
        </a:spcBef>
        <a:buClr>
          <a:schemeClr val="accent3">
            <a:lumMod val="60000"/>
            <a:lumOff val="40000"/>
          </a:schemeClr>
        </a:buClr>
        <a:buFont typeface="Arial"/>
        <a:buChar char="•"/>
        <a:defRPr lang="en-US" sz="1400" b="0" i="0" dirty="0">
          <a:solidFill>
            <a:schemeClr val="bg1"/>
          </a:solidFill>
          <a:latin typeface="+mn-lt"/>
        </a:defRPr>
      </a:lvl3pPr>
      <a:lvl4pPr marL="1600200" lvl="3" indent="-228600" algn="l" rtl="0">
        <a:lnSpc>
          <a:spcPct val="100000"/>
        </a:lnSpc>
        <a:spcBef>
          <a:spcPts val="300"/>
        </a:spcBef>
        <a:buClr>
          <a:schemeClr val="accent3">
            <a:lumMod val="60000"/>
            <a:lumOff val="40000"/>
          </a:schemeClr>
        </a:buClr>
        <a:buFont typeface="Arial"/>
        <a:buChar char="•"/>
        <a:defRPr lang="en-US" sz="1200" b="0" i="0" dirty="0">
          <a:solidFill>
            <a:schemeClr val="bg1"/>
          </a:solidFill>
          <a:latin typeface="+mn-lt"/>
        </a:defRPr>
      </a:lvl4pPr>
      <a:lvl5pPr marL="2057400" lvl="4" indent="-228600" algn="l" rtl="0">
        <a:lnSpc>
          <a:spcPct val="100000"/>
        </a:lnSpc>
        <a:spcBef>
          <a:spcPts val="300"/>
        </a:spcBef>
        <a:buClr>
          <a:schemeClr val="accent3">
            <a:lumMod val="60000"/>
            <a:lumOff val="40000"/>
          </a:schemeClr>
        </a:buClr>
        <a:buFont typeface="Arial"/>
        <a:buChar char="•"/>
        <a:defRPr lang="en-US" sz="1000" b="0" i="0" dirty="0">
          <a:solidFill>
            <a:schemeClr val="bg1"/>
          </a:solidFill>
          <a:latin typeface="+mn-lt"/>
        </a:defRPr>
      </a:lvl5pPr>
      <a:lvl6pPr marL="2514600" lvl="5" indent="-228600" algn="l" rtl="0">
        <a:spcBef>
          <a:spcPct val="20000"/>
        </a:spcBef>
        <a:buClr>
          <a:schemeClr val="accent3">
            <a:lumMod val="60000"/>
            <a:lumOff val="40000"/>
          </a:schemeClr>
        </a:buClr>
        <a:buFont typeface="Arial"/>
        <a:buChar char="•"/>
        <a:defRPr lang="en-US" sz="1000" b="0" i="0" dirty="0">
          <a:solidFill>
            <a:schemeClr val="bg1"/>
          </a:solidFill>
          <a:latin typeface="+mn-lt"/>
        </a:defRPr>
      </a:lvl6pPr>
      <a:lvl7pPr marL="2971800" lvl="6" indent="-228600" algn="l" rtl="0">
        <a:spcBef>
          <a:spcPct val="20000"/>
        </a:spcBef>
        <a:buClr>
          <a:schemeClr val="accent3">
            <a:lumMod val="60000"/>
            <a:lumOff val="40000"/>
          </a:schemeClr>
        </a:buClr>
        <a:buFont typeface="Arial"/>
        <a:buChar char="•"/>
        <a:defRPr lang="en-US" sz="1000" b="0" i="0" dirty="0">
          <a:solidFill>
            <a:schemeClr val="bg1"/>
          </a:solidFill>
          <a:latin typeface="+mn-lt"/>
        </a:defRPr>
      </a:lvl7pPr>
      <a:lvl8pPr marL="3429000" lvl="7" indent="-228600" algn="l" rtl="0">
        <a:spcBef>
          <a:spcPct val="20000"/>
        </a:spcBef>
        <a:buClr>
          <a:schemeClr val="accent3">
            <a:lumMod val="60000"/>
            <a:lumOff val="40000"/>
          </a:schemeClr>
        </a:buClr>
        <a:buFont typeface="Arial"/>
        <a:buChar char="•"/>
        <a:defRPr lang="en-US" sz="1000" b="0" i="0" dirty="0">
          <a:solidFill>
            <a:schemeClr val="bg1"/>
          </a:solidFill>
          <a:latin typeface="+mn-lt"/>
        </a:defRPr>
      </a:lvl8pPr>
      <a:lvl9pPr marL="3886200" lvl="8" indent="-228600" algn="l" rtl="0">
        <a:spcBef>
          <a:spcPct val="20000"/>
        </a:spcBef>
        <a:buClr>
          <a:schemeClr val="accent3">
            <a:lumMod val="60000"/>
            <a:lumOff val="40000"/>
          </a:schemeClr>
        </a:buClr>
        <a:buFont typeface="Arial"/>
        <a:buChar char="•"/>
        <a:defRPr lang="en-US" sz="1000" b="0" i="0" dirty="0">
          <a:solidFill>
            <a:schemeClr val="bg1"/>
          </a:solidFill>
          <a:latin typeface="+mn-lt"/>
        </a:defRPr>
      </a:lvl9pPr>
    </p:bodyStyle>
    <p:otherStyle>
      <a:lvl1pPr marL="0" lvl="0" algn="l" rtl="0">
        <a:defRPr lang="en-US" sz="1800" dirty="0">
          <a:solidFill>
            <a:schemeClr val="tx1"/>
          </a:solidFill>
          <a:latin typeface="+mn-lt"/>
        </a:defRPr>
      </a:lvl1pPr>
      <a:lvl2pPr marL="457200" lvl="1" algn="l" rtl="0">
        <a:defRPr lang="en-US" sz="1800" dirty="0">
          <a:solidFill>
            <a:schemeClr val="tx1"/>
          </a:solidFill>
          <a:latin typeface="+mn-lt"/>
        </a:defRPr>
      </a:lvl2pPr>
      <a:lvl3pPr marL="914400" lvl="2" algn="l" rtl="0">
        <a:defRPr lang="en-US" sz="1800" dirty="0">
          <a:solidFill>
            <a:schemeClr val="tx1"/>
          </a:solidFill>
          <a:latin typeface="+mn-lt"/>
        </a:defRPr>
      </a:lvl3pPr>
      <a:lvl4pPr marL="1371600" lvl="3" algn="l" rtl="0">
        <a:defRPr lang="en-US" sz="1800" dirty="0">
          <a:solidFill>
            <a:schemeClr val="tx1"/>
          </a:solidFill>
          <a:latin typeface="+mn-lt"/>
        </a:defRPr>
      </a:lvl4pPr>
      <a:lvl5pPr marL="1828800" lvl="4" algn="l" rtl="0">
        <a:defRPr lang="en-US" sz="1800" dirty="0">
          <a:solidFill>
            <a:schemeClr val="tx1"/>
          </a:solidFill>
          <a:latin typeface="+mn-lt"/>
        </a:defRPr>
      </a:lvl5pPr>
      <a:lvl6pPr marL="2286000" lvl="5" algn="l" rtl="0">
        <a:defRPr lang="en-US" sz="1800" dirty="0">
          <a:solidFill>
            <a:schemeClr val="tx1"/>
          </a:solidFill>
          <a:latin typeface="+mn-lt"/>
        </a:defRPr>
      </a:lvl6pPr>
      <a:lvl7pPr marL="2743200" lvl="6" algn="l" rtl="0">
        <a:defRPr lang="en-US" sz="1800" dirty="0">
          <a:solidFill>
            <a:schemeClr val="tx1"/>
          </a:solidFill>
          <a:latin typeface="+mn-lt"/>
        </a:defRPr>
      </a:lvl7pPr>
      <a:lvl8pPr marL="3200400" lvl="7" algn="l" rtl="0">
        <a:defRPr lang="en-US" sz="1800" dirty="0">
          <a:solidFill>
            <a:schemeClr val="tx1"/>
          </a:solidFill>
          <a:latin typeface="+mn-lt"/>
        </a:defRPr>
      </a:lvl8pPr>
      <a:lvl9pPr marL="3657600" lvl="8" algn="l" rtl="0">
        <a:defRPr lang="en-US" sz="1800" dirty="0">
          <a:solidFill>
            <a:schemeClr val="tx1"/>
          </a:solidFill>
          <a:latin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7.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8.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0.xml"/></Relationships>
</file>

<file path=ppt/slides/slide1.xml><?xml version="1.0" encoding="utf-8"?>
<p:sld xmlns:a="http://schemas.openxmlformats.org/drawingml/2006/main" xmlns:r="http://schemas.openxmlformats.org/officeDocument/2006/relationships" xmlns:p="http://schemas.openxmlformats.org/presentationml/2006/main">
  <p:cSld name="slide1">
    <p:spTree>
      <p:nvGrpSpPr>
        <p:cNvPr id="1" name=""/>
        <p:cNvGrpSpPr/>
        <p:nvPr/>
      </p:nvGrpSpPr>
      <p:grpSpPr>
        <a:xfrm>
          <a:off x="0" y="0"/>
          <a:ext cx="0" cy="0"/>
          <a:chOff x="0" y="0"/>
          <a:chExt cx="0" cy="0"/>
        </a:xfrm>
      </p:grpSpPr>
      <p:sp>
        <p:nvSpPr>
          <p:cNvPr id="2" name="Title 1">
            <a:extLst>
              <a:ext uri="{1143B26F-5794-4EEB-B804-86A3C01984B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F3E6015E-4E9C-4D6B-8A75-3AE358258EAD}"/>
              </a:ext>
            </a:extLst>
          </p:cNvPr>
          <p:cNvSpPr>
            <a:spLocks noGrp="1"/>
          </p:cNvSpPr>
          <p:nvPr>
            <p:ph type="title"/>
          </p:nvPr>
        </p:nvSpPr>
        <p:spPr>
          <a:xfrm>
            <a:off x="2149192" y="2388079"/>
            <a:ext cx="4722819" cy="1525895"/>
          </a:xfrm>
        </p:spPr>
        <p:txBody>
          <a:bodyPr rtlCol="0"/>
          <a:lstStyle/>
          <a:p>
            <a:r>
              <a:rPr lang="en-US" sz="4000" dirty="0">
                <a:solidFill>
                  <a:srgbClr val="FFC000"/>
                </a:solidFill>
                <a:latin typeface="Overlock SC" panose="020B0604020202020204" charset="0"/>
              </a:rPr>
              <a:t>Rajasthan</a:t>
            </a:r>
            <a:r>
              <a:rPr lang="en-US" dirty="0">
                <a:latin typeface="Overlock SC" panose="020B0604020202020204" charset="0"/>
              </a:rPr>
              <a:t> </a:t>
            </a:r>
          </a:p>
          <a:p>
            <a:r>
              <a:rPr lang="en-US" sz="4000" dirty="0">
                <a:solidFill>
                  <a:srgbClr val="0070C0"/>
                </a:solidFill>
                <a:latin typeface="Overlock SC" panose="020B0604020202020204" charset="0"/>
              </a:rPr>
              <a:t>police</a:t>
            </a:r>
            <a:r>
              <a:rPr lang="en-US" dirty="0">
                <a:latin typeface="Overlock SC" panose="020B0604020202020204" charset="0"/>
              </a:rPr>
              <a:t> </a:t>
            </a:r>
          </a:p>
          <a:p>
            <a:r>
              <a:rPr lang="en-US" sz="4000" dirty="0">
                <a:solidFill>
                  <a:srgbClr val="00B050"/>
                </a:solidFill>
                <a:latin typeface="Overlock SC" panose="020B0604020202020204" charset="0"/>
              </a:rPr>
              <a:t>HACKATHON 1.0</a:t>
            </a:r>
          </a:p>
          <a:p>
            <a:r>
              <a:rPr lang="en-US" sz="4000" dirty="0">
                <a:solidFill>
                  <a:schemeClr val="tx1"/>
                </a:solidFill>
                <a:latin typeface="Overlock SC" panose="020B0604020202020204" charset="0"/>
              </a:rPr>
              <a:t>2024</a:t>
            </a:r>
          </a:p>
        </p:txBody>
      </p:sp>
      <p:sp>
        <p:nvSpPr>
          <p:cNvPr id="3" name="Subtitle 2">
            <a:extLst>
              <a:ext uri="{D8F7303D-0AEC-4C0D-82C4-A879E179ACDC}">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280D822-733D-416A-A795-87914188E894}"/>
              </a:ext>
            </a:extLst>
          </p:cNvPr>
          <p:cNvSpPr>
            <a:spLocks noGrp="1"/>
          </p:cNvSpPr>
          <p:nvPr>
            <p:ph type="subTitle" idx="1"/>
          </p:nvPr>
        </p:nvSpPr>
        <p:spPr>
          <a:xfrm>
            <a:off x="2126656" y="4050582"/>
            <a:ext cx="4767891" cy="283568"/>
          </a:xfrm>
        </p:spPr>
        <p:txBody>
          <a:bodyPr rtlCol="0"/>
          <a:lstStyle/>
          <a:p>
            <a:endParaRPr/>
          </a:p>
          <a:p>
            <a:pPr lvl="1"/>
            <a:r>
              <a:rPr lang="en-US" sz="1200" dirty="0"/>
              <a:t>          </a:t>
            </a:r>
            <a:r>
              <a:rPr lang="en-US" sz="1200" dirty="0">
                <a:solidFill>
                  <a:srgbClr val="00B0F0"/>
                </a:solidFill>
              </a:rPr>
              <a:t>    </a:t>
            </a:r>
          </a:p>
        </p:txBody>
      </p:sp>
    </p:spTree>
    <p:extLst>
      <p:ext uri="{D88D869D-FBAE-4A1F-80D0-8E141580BBCD}">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055381294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7">
            <a:extLst>
              <a:ext uri="{43C88B56-6C42-45DA-A37E-27FB10392783}">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C5FFADC0-84AE-40FB-B71E-A97113317B0B}"/>
              </a:ext>
            </a:extLst>
          </p:cNvPr>
          <p:cNvSpPr>
            <a:spLocks noGrp="1"/>
          </p:cNvSpPr>
          <p:nvPr>
            <p:ph type="title"/>
          </p:nvPr>
        </p:nvSpPr>
        <p:spPr>
          <a:xfrm>
            <a:off x="1524000" y="1885950"/>
            <a:ext cx="7302780" cy="494592"/>
          </a:xfrm>
        </p:spPr>
        <p:txBody>
          <a:bodyPr rtlCol="0"/>
          <a:lstStyle/>
          <a:p>
            <a:r>
              <a:rPr lang="en-US" b="1" i="0" dirty="0">
                <a:solidFill>
                  <a:srgbClr val="002060"/>
                </a:solidFill>
                <a:latin typeface="Overlock SC" panose="020B0604020202020204" charset="0"/>
              </a:rPr>
              <a:t>TEAM INVADERS</a:t>
            </a:r>
          </a:p>
          <a:p>
            <a:r>
              <a:rPr lang="en-US" sz="1800" dirty="0">
                <a:solidFill>
                  <a:schemeClr val="tx1"/>
                </a:solidFill>
                <a:latin typeface="Overlock SC" panose="020B0604020202020204" charset="0"/>
              </a:rPr>
              <a:t>Government Engineering College </a:t>
            </a:r>
          </a:p>
          <a:p>
            <a:r>
              <a:rPr lang="en-US" sz="1800" dirty="0">
                <a:solidFill>
                  <a:schemeClr val="tx1"/>
                </a:solidFill>
                <a:latin typeface="Overlock SC" panose="020B0604020202020204" charset="0"/>
              </a:rPr>
              <a:t>Ajmer</a:t>
            </a:r>
            <a:br>
              <a:rPr lang="en-US" sz="1800" dirty="0">
                <a:solidFill>
                  <a:schemeClr val="tx1"/>
                </a:solidFill>
                <a:latin typeface="Overlock SC" panose="020B0604020202020204" charset="0"/>
              </a:rPr>
            </a:br>
            <a:r>
              <a:rPr lang="en-US" sz="1800" dirty="0">
                <a:solidFill>
                  <a:schemeClr val="tx1"/>
                </a:solidFill>
                <a:latin typeface="Overlock SC" panose="020B0604020202020204" charset="0"/>
              </a:rPr>
              <a:t>Rajasthan</a:t>
            </a:r>
          </a:p>
          <a:p>
            <a:endParaRPr lang="en-US" dirty="0">
              <a:latin typeface="Overlock SC" panose="020B0604020202020204" charset="0"/>
            </a:endParaRPr>
          </a:p>
        </p:txBody>
      </p:sp>
      <p:sp>
        <p:nvSpPr>
          <p:cNvPr id="3" name="Content Placeholder 2">
            <a:extLst>
              <a:ext uri="{EB5E3343-1134-4C00-B6B4-EA0147830303}">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DCA7FDA2-A804-4770-AA2D-F14FE69AD26C}"/>
              </a:ext>
            </a:extLst>
          </p:cNvPr>
          <p:cNvSpPr>
            <a:spLocks noGrp="1"/>
          </p:cNvSpPr>
          <p:nvPr>
            <p:ph idx="1"/>
          </p:nvPr>
        </p:nvSpPr>
        <p:spPr>
          <a:xfrm>
            <a:off x="1219200" y="1657350"/>
            <a:ext cx="7302779" cy="3964905"/>
          </a:xfrm>
        </p:spPr>
        <p:txBody>
          <a:bodyPr vert="horz" rtlCol="0">
            <a:normAutofit/>
          </a:bodyPr>
          <a:lstStyle/>
          <a:p>
            <a:pPr>
              <a:buFont typeface="Wingdings"/>
              <a:buChar char=""/>
            </a:pPr>
            <a:endParaRPr dirty="0">
              <a:latin typeface="Overlock SC" panose="020B0604020202020204" charset="0"/>
            </a:endParaRPr>
          </a:p>
          <a:p>
            <a:pPr>
              <a:buFont typeface="Wingdings"/>
              <a:buChar char=""/>
            </a:pPr>
            <a:r>
              <a:rPr lang="en-US" sz="1600" b="1" dirty="0">
                <a:solidFill>
                  <a:srgbClr val="002060"/>
                </a:solidFill>
                <a:latin typeface="Overlock SC" panose="020B0604020202020204" charset="0"/>
              </a:rPr>
              <a:t>Team members &amp; their roles</a:t>
            </a:r>
          </a:p>
          <a:p>
            <a:pPr lvl="1">
              <a:lnSpc>
                <a:spcPct val="125000"/>
              </a:lnSpc>
            </a:pPr>
            <a:r>
              <a:rPr lang="en-US" b="1" dirty="0" err="1">
                <a:solidFill>
                  <a:srgbClr val="002060"/>
                </a:solidFill>
                <a:latin typeface="Overlock SC" panose="020B0604020202020204" charset="0"/>
              </a:rPr>
              <a:t>Bhartendra</a:t>
            </a:r>
            <a:r>
              <a:rPr lang="en-US" b="1" dirty="0">
                <a:solidFill>
                  <a:srgbClr val="002060"/>
                </a:solidFill>
                <a:latin typeface="Overlock SC" panose="020B0604020202020204" charset="0"/>
              </a:rPr>
              <a:t> </a:t>
            </a:r>
            <a:r>
              <a:rPr lang="en-US" b="1" dirty="0" err="1">
                <a:solidFill>
                  <a:srgbClr val="002060"/>
                </a:solidFill>
                <a:latin typeface="Overlock SC" panose="020B0604020202020204" charset="0"/>
              </a:rPr>
              <a:t>Narain</a:t>
            </a:r>
            <a:r>
              <a:rPr lang="en-US" b="1" dirty="0">
                <a:solidFill>
                  <a:srgbClr val="002060"/>
                </a:solidFill>
                <a:latin typeface="Overlock SC" panose="020B0604020202020204" charset="0"/>
              </a:rPr>
              <a:t> Sharma : </a:t>
            </a:r>
            <a:r>
              <a:rPr lang="en-US" b="0" dirty="0">
                <a:solidFill>
                  <a:schemeClr val="tx1"/>
                </a:solidFill>
                <a:latin typeface="Overlock SC" panose="020B0604020202020204" charset="0"/>
              </a:rPr>
              <a:t>ML and Cloud Services</a:t>
            </a:r>
            <a:r>
              <a:rPr lang="en-US" b="0" dirty="0">
                <a:solidFill>
                  <a:srgbClr val="002060"/>
                </a:solidFill>
                <a:latin typeface="Overlock SC" panose="020B0604020202020204" charset="0"/>
              </a:rPr>
              <a:t>  </a:t>
            </a:r>
            <a:r>
              <a:rPr lang="en-US" b="1" dirty="0">
                <a:solidFill>
                  <a:srgbClr val="002060"/>
                </a:solidFill>
                <a:latin typeface="Overlock SC" panose="020B0604020202020204" charset="0"/>
              </a:rPr>
              <a:t>                            </a:t>
            </a:r>
          </a:p>
          <a:p>
            <a:pPr lvl="1">
              <a:lnSpc>
                <a:spcPct val="125000"/>
              </a:lnSpc>
            </a:pPr>
            <a:r>
              <a:rPr lang="en-US" b="1" dirty="0">
                <a:solidFill>
                  <a:srgbClr val="002060"/>
                </a:solidFill>
                <a:latin typeface="Overlock SC" panose="020B0604020202020204" charset="0"/>
              </a:rPr>
              <a:t>Prachi Rathore: </a:t>
            </a:r>
            <a:r>
              <a:rPr lang="en-US" b="0" dirty="0">
                <a:solidFill>
                  <a:schemeClr val="tx1"/>
                </a:solidFill>
                <a:latin typeface="Overlock SC" panose="020B0604020202020204" charset="0"/>
              </a:rPr>
              <a:t>Frontend Developer &amp; Image Processing</a:t>
            </a:r>
          </a:p>
          <a:p>
            <a:pPr lvl="1">
              <a:lnSpc>
                <a:spcPct val="125000"/>
              </a:lnSpc>
            </a:pPr>
            <a:r>
              <a:rPr lang="en-US" b="1" dirty="0">
                <a:solidFill>
                  <a:srgbClr val="002060"/>
                </a:solidFill>
                <a:latin typeface="Overlock SC" panose="020B0604020202020204" charset="0"/>
              </a:rPr>
              <a:t>Nikhil Mangal: </a:t>
            </a:r>
            <a:r>
              <a:rPr lang="en-US" b="0" dirty="0">
                <a:solidFill>
                  <a:schemeClr val="tx1"/>
                </a:solidFill>
                <a:latin typeface="Overlock SC" panose="020B0604020202020204" charset="0"/>
              </a:rPr>
              <a:t>Backend Developer &amp; Database Management </a:t>
            </a:r>
          </a:p>
          <a:p>
            <a:pPr lvl="1">
              <a:lnSpc>
                <a:spcPct val="125000"/>
              </a:lnSpc>
            </a:pPr>
            <a:r>
              <a:rPr lang="en-US" b="1" dirty="0">
                <a:solidFill>
                  <a:srgbClr val="002060"/>
                </a:solidFill>
                <a:latin typeface="Overlock SC" panose="020B0604020202020204" charset="0"/>
              </a:rPr>
              <a:t>Lakshya Sharma:  </a:t>
            </a:r>
            <a:r>
              <a:rPr lang="en-US" b="0" dirty="0">
                <a:solidFill>
                  <a:schemeClr val="tx1"/>
                </a:solidFill>
                <a:latin typeface="Overlock SC" panose="020B0604020202020204" charset="0"/>
              </a:rPr>
              <a:t>NLP &amp; Data Processing</a:t>
            </a:r>
          </a:p>
          <a:p>
            <a:pPr marL="0" indent="0">
              <a:buNone/>
            </a:pPr>
            <a:endParaRPr lang="en-US" sz="1400" b="0" dirty="0">
              <a:solidFill>
                <a:schemeClr val="tx1"/>
              </a:solidFill>
              <a:latin typeface="Overlock SC" panose="020B0604020202020204" charset="0"/>
            </a:endParaRPr>
          </a:p>
          <a:p>
            <a:endParaRPr lang="en-US" sz="1400" b="0" dirty="0">
              <a:solidFill>
                <a:schemeClr val="tx1"/>
              </a:solidFill>
              <a:latin typeface="Overlock SC" panose="020B0604020202020204" charset="0"/>
            </a:endParaRPr>
          </a:p>
          <a:p>
            <a:pPr marL="0" indent="0">
              <a:buFont typeface="Wingdings"/>
              <a:buNone/>
            </a:pPr>
            <a:endParaRPr lang="en-US" sz="1600" dirty="0">
              <a:solidFill>
                <a:srgbClr val="002060"/>
              </a:solidFill>
              <a:latin typeface="Overlock SC" panose="020B0604020202020204" charset="0"/>
            </a:endParaRPr>
          </a:p>
        </p:txBody>
      </p:sp>
    </p:spTree>
    <p:extLst>
      <p:ext uri="{50394CB9-5B1D-46B6-8020-D2E7643964B5}">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055381294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3B5F3B7F-B059-421E-ABCD-8EFD9352E91B}">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45ECF019-7BCB-45C6-9890-D257DE4406E5}"/>
              </a:ext>
            </a:extLst>
          </p:cNvPr>
          <p:cNvSpPr>
            <a:spLocks noGrp="1"/>
          </p:cNvSpPr>
          <p:nvPr>
            <p:ph type="title"/>
          </p:nvPr>
        </p:nvSpPr>
        <p:spPr>
          <a:xfrm>
            <a:off x="2106701" y="2218248"/>
            <a:ext cx="6742816" cy="704850"/>
          </a:xfrm>
        </p:spPr>
        <p:txBody>
          <a:bodyPr rtlCol="0"/>
          <a:lstStyle/>
          <a:p>
            <a:pPr>
              <a:lnSpc>
                <a:spcPct val="125000"/>
              </a:lnSpc>
            </a:pPr>
            <a:r>
              <a:rPr lang="en-US" sz="1800" i="0" dirty="0">
                <a:solidFill>
                  <a:srgbClr val="212529"/>
                </a:solidFill>
                <a:effectLst/>
                <a:latin typeface="Overlock SC" panose="020B0604020202020204" charset="0"/>
              </a:rPr>
              <a:t>Automated AI/ML System for Detecting and Mitigating Online Fraud</a:t>
            </a:r>
            <a:endParaRPr lang="en-US" sz="1800" strike="noStrike" spc="-1" dirty="0">
              <a:solidFill>
                <a:schemeClr val="tx1"/>
              </a:solidFill>
              <a:latin typeface="Overlock SC" panose="020B0604020202020204" charset="0"/>
            </a:endParaRPr>
          </a:p>
        </p:txBody>
      </p:sp>
      <p:sp>
        <p:nvSpPr>
          <p:cNvPr id="3" name="TextBox 2">
            <a:extLst>
              <a:ext uri="{83CC2BD7-885F-4F0A-9F36-76B6F78E632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28B9979-C855-4A5A-9112-A812288B0235}"/>
              </a:ext>
            </a:extLst>
          </p:cNvPr>
          <p:cNvSpPr txBox="1"/>
          <p:nvPr>
            <p:custDataLst>
              <p:tags r:id="rId1"/>
            </p:custDataLst>
          </p:nvPr>
        </p:nvSpPr>
        <p:spPr>
          <a:xfrm>
            <a:off x="1676400" y="514350"/>
            <a:ext cx="4000500" cy="2766060"/>
          </a:xfrm>
          <a:ln w="25400" cap="flat">
            <a:solidFill>
              <a:schemeClr val="accent1">
                <a:shade val="50000"/>
              </a:schemeClr>
            </a:solidFill>
            <a:prstDash val="solid"/>
            <a:round/>
          </a:ln>
          <a:effectLst>
            <a:reflection stA="48000" endPos="35000" sy="-100000" algn="bl" rotWithShape="0"/>
          </a:effectLst>
        </p:spPr>
        <p:txBody>
          <a:bodyPr vert="horz" lIns="95250" tIns="47625" rIns="95250" bIns="47625" rtlCol="0" anchor="ctr">
            <a:spAutoFit/>
          </a:bodyPr>
          <a:lstStyle/>
          <a:p>
            <a:pPr algn="ctr">
              <a:defRPr lang="en-US" sz="1400" dirty="0"/>
            </a:pPr>
            <a:r>
              <a:rPr lang="en-US" sz="2400" b="1" u="none" dirty="0">
                <a:latin typeface="Overlock SC"/>
              </a:rPr>
              <a:t>PROBLEM</a:t>
            </a:r>
            <a:r>
              <a:rPr lang="en-US" sz="2400" b="1" dirty="0">
                <a:latin typeface="Overlock SC"/>
              </a:rPr>
              <a:t>  </a:t>
            </a:r>
            <a:r>
              <a:rPr lang="en-US" sz="2400" b="1" u="none" dirty="0">
                <a:latin typeface="Overlock SC"/>
              </a:rPr>
              <a:t> STATEMENT</a:t>
            </a:r>
          </a:p>
        </p:txBody>
      </p:sp>
    </p:spTree>
    <p:extLst>
      <p:ext uri="{5DBFD483-A76D-45CA-9BAC-D3AF6982CA4B}">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055381294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201A4C5D-5545-4D6D-AE1D-22ED78075DB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DE0B6B0D-C298-41C8-A58D-AD43D28C3C9F}"/>
              </a:ext>
            </a:extLst>
          </p:cNvPr>
          <p:cNvSpPr txBox="1"/>
          <p:nvPr>
            <p:custDataLst>
              <p:tags r:id="rId1"/>
            </p:custDataLst>
          </p:nvPr>
        </p:nvSpPr>
        <p:spPr>
          <a:xfrm>
            <a:off x="2514600" y="-921522"/>
            <a:ext cx="5020227" cy="3863340"/>
          </a:xfrm>
          <a:solidFill>
            <a:schemeClr val="accent1"/>
          </a:solidFill>
          <a:ln w="25400" cap="flat">
            <a:solidFill>
              <a:schemeClr val="accent1"/>
            </a:solidFill>
            <a:prstDash val="solid"/>
            <a:round/>
          </a:ln>
        </p:spPr>
        <p:txBody>
          <a:bodyPr vert="horz" lIns="95250" tIns="47625" rIns="95250" bIns="47625" rtlCol="0" anchor="ctr">
            <a:spAutoFit/>
          </a:bodyPr>
          <a:lstStyle/>
          <a:p>
            <a:pPr algn="ctr">
              <a:defRPr lang="en-US" sz="1400" dirty="0"/>
            </a:pPr>
            <a:r>
              <a:rPr lang="en-US" sz="3600" b="1" dirty="0">
                <a:latin typeface="Overlock SC"/>
              </a:rPr>
              <a:t>OUR </a:t>
            </a:r>
            <a:r>
              <a:rPr lang="en-US" sz="3600" b="1" dirty="0">
                <a:solidFill>
                  <a:srgbClr val="002060"/>
                </a:solidFill>
                <a:latin typeface="Overlock SC"/>
              </a:rPr>
              <a:t>VISIONS</a:t>
            </a:r>
          </a:p>
        </p:txBody>
      </p:sp>
      <p:sp>
        <p:nvSpPr>
          <p:cNvPr id="3" name="TextBox 2">
            <a:extLst>
              <a:ext uri="{C1B67950-960F-4D2C-B6F4-B7CD15CA853C}">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FD58A2BD-DFA9-4CD5-97BF-1A5F1B157736}"/>
              </a:ext>
            </a:extLst>
          </p:cNvPr>
          <p:cNvSpPr txBox="1"/>
          <p:nvPr/>
        </p:nvSpPr>
        <p:spPr>
          <a:xfrm>
            <a:off x="2650355" y="1437933"/>
            <a:ext cx="5560552" cy="2589170"/>
          </a:xfrm>
          <a:prstGeom prst="rect">
            <a:avLst/>
          </a:prstGeom>
        </p:spPr>
        <p:txBody>
          <a:bodyPr vert="horz" lIns="95250" tIns="47625" rIns="95250" bIns="47625" rtlCol="0" anchor="ctr">
            <a:spAutoFit/>
          </a:bodyPr>
          <a:lstStyle/>
          <a:p>
            <a:pPr marL="342900" indent="-342900">
              <a:lnSpc>
                <a:spcPct val="150000"/>
              </a:lnSpc>
              <a:buFont typeface="Arial"/>
              <a:buChar char="•"/>
              <a:defRPr lang="en-US" sz="1500" dirty="0"/>
            </a:pPr>
            <a:r>
              <a:rPr lang="en-US" sz="1400" b="0" strike="noStrike" spc="-1" dirty="0">
                <a:solidFill>
                  <a:srgbClr val="000000"/>
                </a:solidFill>
                <a:latin typeface="Overlock SC"/>
              </a:rPr>
              <a:t>Empowering users with a secure online haven.</a:t>
            </a:r>
          </a:p>
          <a:p>
            <a:pPr>
              <a:lnSpc>
                <a:spcPct val="150000"/>
              </a:lnSpc>
              <a:defRPr lang="en-US" sz="1500" dirty="0"/>
            </a:pPr>
            <a:endParaRPr lang="en-US" sz="1400" b="0" strike="noStrike" spc="-1" dirty="0">
              <a:solidFill>
                <a:srgbClr val="000000"/>
              </a:solidFill>
              <a:latin typeface="Overlock SC" panose="020B0604020202020204" charset="0"/>
            </a:endParaRPr>
          </a:p>
          <a:p>
            <a:pPr marL="342900" indent="-342900">
              <a:lnSpc>
                <a:spcPct val="150000"/>
              </a:lnSpc>
              <a:buFont typeface="Arial"/>
              <a:buChar char="•"/>
              <a:defRPr lang="en-US" sz="1500" dirty="0"/>
            </a:pPr>
            <a:r>
              <a:rPr lang="en-US" sz="1400" b="0" strike="noStrike" spc="-1" dirty="0">
                <a:solidFill>
                  <a:srgbClr val="000000"/>
                </a:solidFill>
                <a:latin typeface="Overlock SC"/>
              </a:rPr>
              <a:t>Our vision is to eradicate digital fraud through an intelligent browser extension.</a:t>
            </a:r>
            <a:r>
              <a:rPr lang="en-US" sz="1400" spc="-1" dirty="0">
                <a:solidFill>
                  <a:srgbClr val="000000"/>
                </a:solidFill>
                <a:latin typeface="Overlock SC"/>
              </a:rPr>
              <a:t> </a:t>
            </a:r>
            <a:endParaRPr lang="en-US" sz="1400" b="0" strike="noStrike" spc="-1" dirty="0">
              <a:solidFill>
                <a:srgbClr val="000000"/>
              </a:solidFill>
              <a:latin typeface="Overlock SC" panose="020B0604020202020204" charset="0"/>
            </a:endParaRPr>
          </a:p>
          <a:p>
            <a:pPr>
              <a:lnSpc>
                <a:spcPct val="150000"/>
              </a:lnSpc>
              <a:defRPr lang="en-US" sz="1500" dirty="0"/>
            </a:pPr>
            <a:endParaRPr lang="en-US" sz="1400" b="0" strike="noStrike" spc="-1" dirty="0">
              <a:solidFill>
                <a:srgbClr val="000000"/>
              </a:solidFill>
              <a:latin typeface="Overlock SC" panose="020B0604020202020204" charset="0"/>
            </a:endParaRPr>
          </a:p>
          <a:p>
            <a:pPr marL="342900" indent="-342900">
              <a:lnSpc>
                <a:spcPct val="150000"/>
              </a:lnSpc>
              <a:buFont typeface="Arial"/>
              <a:buChar char="•"/>
              <a:defRPr lang="en-US" sz="1500" dirty="0"/>
            </a:pPr>
            <a:r>
              <a:rPr lang="en-US" sz="1400" b="0" strike="noStrike" spc="-1" dirty="0">
                <a:solidFill>
                  <a:srgbClr val="000000"/>
                </a:solidFill>
                <a:latin typeface="Overlock SC"/>
              </a:rPr>
              <a:t>We ensure authenticity, privacy, and confidence to the users be helping him in seamlessly Safe Browsing.</a:t>
            </a:r>
          </a:p>
          <a:p>
            <a:pPr marL="0" indent="0">
              <a:buFont typeface="Arial"/>
              <a:buNone/>
              <a:defRPr lang="en-US" sz="1500" dirty="0"/>
            </a:pPr>
            <a:endParaRPr lang="en-US" dirty="0">
              <a:latin typeface="Overlock SC" panose="020B0604020202020204" charset="0"/>
            </a:endParaRPr>
          </a:p>
        </p:txBody>
      </p:sp>
    </p:spTree>
    <p:extLst>
      <p:ext uri="{51691972-3DAE-4A20-A421-988CA7ABDB52}">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055381294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a:extLst>
              <a:ext uri="{D093380C-D621-42D0-98F1-920818388B5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CCF7DB89-AFD3-4462-80A2-983471DA2AFE}"/>
              </a:ext>
            </a:extLst>
          </p:cNvPr>
          <p:cNvSpPr txBox="1"/>
          <p:nvPr>
            <p:custDataLst>
              <p:tags r:id="rId1"/>
            </p:custDataLst>
          </p:nvPr>
        </p:nvSpPr>
        <p:spPr>
          <a:xfrm>
            <a:off x="2209800" y="-936836"/>
            <a:ext cx="5789028" cy="3863340"/>
          </a:xfrm>
          <a:solidFill>
            <a:schemeClr val="accent1"/>
          </a:solidFill>
          <a:ln w="25400" cap="flat">
            <a:solidFill>
              <a:schemeClr val="accent1"/>
            </a:solidFill>
            <a:prstDash val="solid"/>
            <a:round/>
          </a:ln>
        </p:spPr>
        <p:txBody>
          <a:bodyPr vert="horz" lIns="95250" tIns="47625" rIns="95250" bIns="47625" rtlCol="0" anchor="ctr">
            <a:spAutoFit/>
          </a:bodyPr>
          <a:lstStyle/>
          <a:p>
            <a:pPr algn="ctr" rtl="0">
              <a:lnSpc>
                <a:spcPct val="100000"/>
              </a:lnSpc>
              <a:spcBef>
                <a:spcPct val="0"/>
              </a:spcBef>
              <a:spcAft>
                <a:spcPts val="0"/>
              </a:spcAft>
              <a:buNone/>
              <a:defRPr lang="en-US" sz="1400" dirty="0"/>
            </a:pPr>
            <a:r>
              <a:rPr lang="en-US" sz="3600" b="1" i="0" dirty="0">
                <a:solidFill>
                  <a:srgbClr val="002060"/>
                </a:solidFill>
                <a:latin typeface="Overlock SC"/>
              </a:rPr>
              <a:t>OUR MISSION</a:t>
            </a:r>
          </a:p>
        </p:txBody>
      </p:sp>
      <p:sp>
        <p:nvSpPr>
          <p:cNvPr id="3" name="TextBox 2">
            <a:extLst>
              <a:ext uri="{62FDA7A2-AAE4-4AE9-99BB-218A845603F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2E65F86-AA55-4812-A42E-02E0DA43F195}"/>
              </a:ext>
            </a:extLst>
          </p:cNvPr>
          <p:cNvSpPr txBox="1"/>
          <p:nvPr/>
        </p:nvSpPr>
        <p:spPr>
          <a:xfrm>
            <a:off x="2514600" y="1352550"/>
            <a:ext cx="5713705" cy="3220112"/>
          </a:xfrm>
          <a:prstGeom prst="rect">
            <a:avLst/>
          </a:prstGeom>
        </p:spPr>
        <p:txBody>
          <a:bodyPr vert="horz" wrap="square" lIns="95250" tIns="47625" rIns="95250" bIns="47625" rtlCol="0" anchor="t">
            <a:spAutoFit/>
          </a:bodyPr>
          <a:lstStyle/>
          <a:p>
            <a:pPr marL="342900" indent="-342900">
              <a:lnSpc>
                <a:spcPct val="150000"/>
              </a:lnSpc>
              <a:buFont typeface="Arial"/>
              <a:buChar char="•"/>
              <a:defRPr lang="en-US" sz="1400" dirty="0"/>
            </a:pPr>
            <a:r>
              <a:rPr lang="en-US" dirty="0">
                <a:latin typeface="Overlock SC" panose="020B0604020202020204" charset="0"/>
              </a:rPr>
              <a:t>Our mission is to pioneer a new era of online safety by providing a user-friendly browser extension.</a:t>
            </a:r>
          </a:p>
          <a:p>
            <a:pPr>
              <a:lnSpc>
                <a:spcPct val="150000"/>
              </a:lnSpc>
              <a:defRPr lang="en-US" sz="1400" dirty="0"/>
            </a:pPr>
            <a:endParaRPr lang="en-US" dirty="0">
              <a:latin typeface="Overlock SC" panose="020B0604020202020204" charset="0"/>
            </a:endParaRPr>
          </a:p>
          <a:p>
            <a:pPr marL="342900" indent="-342900">
              <a:lnSpc>
                <a:spcPct val="150000"/>
              </a:lnSpc>
              <a:buFont typeface="Arial"/>
              <a:buChar char="•"/>
              <a:defRPr lang="en-US" sz="1400" dirty="0"/>
            </a:pPr>
            <a:r>
              <a:rPr lang="en-US" dirty="0">
                <a:latin typeface="Overlock SC" panose="020B0604020202020204" charset="0"/>
              </a:rPr>
              <a:t>Our mission is to not only give alerts and protects the user every time but also to provide him valuable part of education which makes him capable of making smart decisions while browsing.</a:t>
            </a:r>
          </a:p>
          <a:p>
            <a:pPr>
              <a:lnSpc>
                <a:spcPct val="150000"/>
              </a:lnSpc>
              <a:defRPr lang="en-US" sz="1400" dirty="0"/>
            </a:pPr>
            <a:endParaRPr lang="en-US" dirty="0">
              <a:latin typeface="Overlock SC" panose="020B0604020202020204" charset="0"/>
            </a:endParaRPr>
          </a:p>
          <a:p>
            <a:pPr marL="342900" indent="-342900">
              <a:lnSpc>
                <a:spcPct val="150000"/>
              </a:lnSpc>
              <a:buFont typeface="Arial"/>
              <a:buChar char="•"/>
              <a:defRPr lang="en-US" sz="1400" dirty="0"/>
            </a:pPr>
            <a:r>
              <a:rPr lang="en-US" dirty="0">
                <a:latin typeface="Overlock SC" panose="020B0604020202020204" charset="0"/>
              </a:rPr>
              <a:t>We strive to create a digital environment where users can browse with unwavering trust and assurance."</a:t>
            </a:r>
          </a:p>
          <a:p>
            <a:pPr>
              <a:defRPr lang="en-US" sz="1400" dirty="0"/>
            </a:pPr>
            <a:endParaRPr lang="en-US" dirty="0">
              <a:latin typeface="Overlock SC" panose="020B0604020202020204" charset="0"/>
            </a:endParaRPr>
          </a:p>
        </p:txBody>
      </p:sp>
    </p:spTree>
    <p:extLst>
      <p:ext uri="{4CC1BD6C-AC02-4BB4-9FC5-26215CCC89B9}">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055381294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BD1E00E2-A204-4705-90B4-9C3F886BCA30}">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D54F4AA1-174D-46C8-AB1D-0F65B100C5E9}"/>
              </a:ext>
            </a:extLst>
          </p:cNvPr>
          <p:cNvSpPr>
            <a:spLocks noGrp="1"/>
          </p:cNvSpPr>
          <p:nvPr>
            <p:ph type="title"/>
          </p:nvPr>
        </p:nvSpPr>
        <p:spPr>
          <a:xfrm>
            <a:off x="1992611" y="655624"/>
            <a:ext cx="6742816" cy="704850"/>
          </a:xfrm>
        </p:spPr>
        <p:txBody>
          <a:bodyPr rtlCol="0"/>
          <a:lstStyle/>
          <a:p>
            <a:pPr algn="ctr">
              <a:lnSpc>
                <a:spcPct val="110000"/>
              </a:lnSpc>
            </a:pPr>
            <a:r>
              <a:rPr lang="en-US" dirty="0">
                <a:solidFill>
                  <a:srgbClr val="002060"/>
                </a:solidFill>
                <a:latin typeface="Overlock SC" panose="020B0604020202020204" charset="0"/>
              </a:rPr>
              <a:t>FEEDBACK SYSTEM</a:t>
            </a:r>
            <a:endParaRPr lang="en-US"/>
          </a:p>
        </p:txBody>
      </p:sp>
      <p:sp>
        <p:nvSpPr>
          <p:cNvPr id="15" name="TextBox 14">
            <a:extLst>
              <a:ext uri="{BD07A6B8-B910-42CA-A051-C6E717B58A76}">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B324D99-8DA0-458E-921D-8065C2E4E501}"/>
              </a:ext>
            </a:extLst>
          </p:cNvPr>
          <p:cNvSpPr txBox="1"/>
          <p:nvPr/>
        </p:nvSpPr>
        <p:spPr>
          <a:xfrm>
            <a:off x="2390917" y="1613106"/>
            <a:ext cx="5911710" cy="2034211"/>
          </a:xfrm>
          <a:prstGeom prst="rect">
            <a:avLst/>
          </a:prstGeom>
        </p:spPr>
        <p:txBody>
          <a:bodyPr vert="horz" lIns="95250" tIns="47625" rIns="95250" bIns="47625" rtlCol="0" anchor="t">
            <a:spAutoFit/>
          </a:bodyPr>
          <a:lstStyle/>
          <a:p>
            <a:pPr marL="342900" indent="-342900">
              <a:lnSpc>
                <a:spcPct val="185000"/>
              </a:lnSpc>
              <a:buFont typeface="Wingdings"/>
              <a:buChar char=""/>
              <a:defRPr lang="en-US" sz="1400" dirty="0"/>
            </a:pPr>
            <a:r>
              <a:rPr lang="en-US" sz="1400" dirty="0">
                <a:latin typeface="Overlock SC"/>
              </a:rPr>
              <a:t>USER </a:t>
            </a:r>
            <a:r>
              <a:rPr lang="en-US" sz="1400" b="0" dirty="0">
                <a:latin typeface="Overlock SC"/>
              </a:rPr>
              <a:t>VERIFICATION USING MAIL ID</a:t>
            </a:r>
          </a:p>
          <a:p>
            <a:pPr marL="342900" indent="-342900">
              <a:lnSpc>
                <a:spcPct val="185000"/>
              </a:lnSpc>
              <a:buFont typeface="Wingdings"/>
              <a:buChar char=""/>
              <a:defRPr lang="en-US" sz="1400" dirty="0"/>
            </a:pPr>
            <a:r>
              <a:rPr lang="en-US" sz="1400" dirty="0">
                <a:latin typeface="Overlock SC"/>
              </a:rPr>
              <a:t>USER CAN RATE US </a:t>
            </a:r>
            <a:endParaRPr lang="en-US" sz="1400" dirty="0">
              <a:latin typeface="Overlock SC" panose="020B0604020202020204" charset="0"/>
            </a:endParaRPr>
          </a:p>
          <a:p>
            <a:pPr marL="342900" indent="-342900">
              <a:lnSpc>
                <a:spcPct val="185000"/>
              </a:lnSpc>
              <a:buFont typeface="Wingdings"/>
              <a:buChar char=""/>
              <a:defRPr lang="en-US" sz="1400" dirty="0"/>
            </a:pPr>
            <a:r>
              <a:rPr lang="en-US" sz="1400" dirty="0">
                <a:latin typeface="Overlock SC"/>
              </a:rPr>
              <a:t>USER CAN GIVE THE FEEDBACK REGARDING OUR WORK</a:t>
            </a:r>
            <a:endParaRPr lang="en-US" sz="1400" b="0" dirty="0">
              <a:latin typeface="Overlock SC"/>
            </a:endParaRPr>
          </a:p>
          <a:p>
            <a:pPr marL="342900" indent="-342900">
              <a:lnSpc>
                <a:spcPct val="185000"/>
              </a:lnSpc>
              <a:buFont typeface="Wingdings"/>
              <a:buChar char=""/>
              <a:defRPr lang="en-US" sz="1400" dirty="0"/>
            </a:pPr>
            <a:r>
              <a:rPr lang="en-US" sz="1400" b="0" dirty="0">
                <a:latin typeface="Overlock SC"/>
              </a:rPr>
              <a:t>USER CAN GIVE SUGGESTION AND ALSO IF HE WANTS ANY ADVICE THEN OUR EXPERTS WILL BE THERE TO HELP</a:t>
            </a:r>
          </a:p>
        </p:txBody>
      </p:sp>
    </p:spTree>
    <p:extLst>
      <p:ext uri="{BB962C8B-B14F-4D97-AF65-F5344CB8AC3E}">
        <p14:creationId xmlns:p14="http://schemas.microsoft.com/office/powerpoint/2010/main" val="526081940"/>
      </p:ext>
      <p:ext uri="{E7B8A608-880E-458B-975C-07A8174836AA}">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055381294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BD1E00E2-A204-4705-90B4-9C3F886BCA3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D54F4AA1-174D-46C8-AB1D-0F65B100C5E9}"/>
              </a:ext>
            </a:extLst>
          </p:cNvPr>
          <p:cNvSpPr>
            <a:spLocks noGrp="1"/>
          </p:cNvSpPr>
          <p:nvPr>
            <p:ph type="title"/>
          </p:nvPr>
        </p:nvSpPr>
        <p:spPr>
          <a:xfrm>
            <a:off x="1992611" y="655624"/>
            <a:ext cx="6742816" cy="704850"/>
          </a:xfrm>
        </p:spPr>
        <p:txBody>
          <a:bodyPr rtlCol="0"/>
          <a:lstStyle/>
          <a:p>
            <a:pPr algn="ctr">
              <a:lnSpc>
                <a:spcPct val="110000"/>
              </a:lnSpc>
            </a:pPr>
            <a:r>
              <a:rPr lang="en-US" dirty="0">
                <a:solidFill>
                  <a:srgbClr val="002060"/>
                </a:solidFill>
                <a:latin typeface="Overlock SC" panose="020B0604020202020204" charset="0"/>
              </a:rPr>
              <a:t>URL QUERY</a:t>
            </a:r>
            <a:endParaRPr lang="en-US"/>
          </a:p>
        </p:txBody>
      </p:sp>
      <p:sp>
        <p:nvSpPr>
          <p:cNvPr id="15" name="TextBox 14">
            <a:extLst>
              <a:ext uri="{BD07A6B8-B910-42CA-A051-C6E717B58A7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3B324D99-8DA0-458E-921D-8065C2E4E501}"/>
              </a:ext>
            </a:extLst>
          </p:cNvPr>
          <p:cNvSpPr txBox="1"/>
          <p:nvPr/>
        </p:nvSpPr>
        <p:spPr>
          <a:xfrm>
            <a:off x="2390917" y="1613106"/>
            <a:ext cx="5911710" cy="1237070"/>
          </a:xfrm>
          <a:prstGeom prst="rect">
            <a:avLst/>
          </a:prstGeom>
        </p:spPr>
        <p:txBody>
          <a:bodyPr vert="horz" lIns="95250" tIns="47625" rIns="95250" bIns="47625" rtlCol="0" anchor="t">
            <a:spAutoFit/>
          </a:bodyPr>
          <a:lstStyle/>
          <a:p>
            <a:pPr marL="342900" indent="-342900">
              <a:lnSpc>
                <a:spcPct val="185000"/>
              </a:lnSpc>
              <a:buFont typeface="Wingdings"/>
              <a:buChar char=""/>
              <a:defRPr lang="en-US" sz="1400" dirty="0"/>
            </a:pPr>
            <a:r>
              <a:rPr lang="en-US" sz="1400" dirty="0">
                <a:latin typeface="Overlock SC"/>
              </a:rPr>
              <a:t>USER VERIFICATION USING MAIL ID</a:t>
            </a:r>
            <a:endParaRPr lang="en-US" sz="1400" b="0" dirty="0">
              <a:latin typeface="Overlock SC"/>
            </a:endParaRPr>
          </a:p>
          <a:p>
            <a:pPr marL="342900" indent="-342900">
              <a:lnSpc>
                <a:spcPct val="185000"/>
              </a:lnSpc>
              <a:buFont typeface="Wingdings"/>
              <a:buChar char=""/>
              <a:defRPr lang="en-US" sz="1400" dirty="0"/>
            </a:pPr>
            <a:r>
              <a:rPr lang="en-US" sz="1400" b="0" dirty="0">
                <a:latin typeface="Overlock SC"/>
              </a:rPr>
              <a:t>USER CAN CHECK THR URL IF HE FOUNDS ANYTHING SUSPICIOUS</a:t>
            </a:r>
            <a:r>
              <a:rPr lang="en-US" sz="1400" dirty="0">
                <a:latin typeface="Overlock SC"/>
              </a:rPr>
              <a:t> </a:t>
            </a:r>
            <a:endParaRPr lang="en-US" sz="1400" b="0" dirty="0">
              <a:latin typeface="Overlock SC" panose="020B0604020202020204" charset="0"/>
            </a:endParaRPr>
          </a:p>
          <a:p>
            <a:pPr marL="342900" indent="-342900">
              <a:lnSpc>
                <a:spcPct val="185000"/>
              </a:lnSpc>
              <a:buFont typeface="Wingdings"/>
              <a:buChar char=""/>
              <a:defRPr lang="en-US" sz="1400" dirty="0"/>
            </a:pPr>
            <a:r>
              <a:rPr lang="en-US" sz="1400" b="0" dirty="0">
                <a:latin typeface="Overlock SC"/>
              </a:rPr>
              <a:t>USER CAN REPORT ANY URL, HE FOUNDS DANGEROUS</a:t>
            </a:r>
          </a:p>
        </p:txBody>
      </p:sp>
    </p:spTree>
    <p:extLst>
      <p:ext uri="{BB962C8B-B14F-4D97-AF65-F5344CB8AC3E}">
        <p14:creationId xmlns:p14="http://schemas.microsoft.com/office/powerpoint/2010/main" val="177737292"/>
      </p:ext>
      <p:ext uri="{E7B8A608-880E-458B-975C-07A8174836AA}">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055381294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C94B5-97F0-945D-482D-6D9B8421CF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4A9FB8-058D-147D-BD3B-0D7028BB04CD}"/>
              </a:ext>
              <a:ext uri="{BD1E00E2-A204-4705-90B4-9C3F886BCA30}">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D54F4AA1-174D-46C8-AB1D-0F65B100C5E9}"/>
              </a:ext>
            </a:extLst>
          </p:cNvPr>
          <p:cNvSpPr>
            <a:spLocks noGrp="1"/>
          </p:cNvSpPr>
          <p:nvPr>
            <p:ph type="title"/>
          </p:nvPr>
        </p:nvSpPr>
        <p:spPr>
          <a:xfrm>
            <a:off x="1992611" y="655624"/>
            <a:ext cx="6742816" cy="704850"/>
          </a:xfrm>
        </p:spPr>
        <p:txBody>
          <a:bodyPr rtlCol="0"/>
          <a:lstStyle/>
          <a:p>
            <a:pPr algn="ctr">
              <a:lnSpc>
                <a:spcPct val="110000"/>
              </a:lnSpc>
            </a:pPr>
            <a:r>
              <a:rPr lang="en-US">
                <a:solidFill>
                  <a:srgbClr val="002060"/>
                </a:solidFill>
                <a:latin typeface="Overlock SC"/>
              </a:rPr>
              <a:t>AD CONTENT ANALYSIS</a:t>
            </a:r>
            <a:endParaRPr lang="en-US"/>
          </a:p>
        </p:txBody>
      </p:sp>
      <p:sp>
        <p:nvSpPr>
          <p:cNvPr id="15" name="TextBox 14">
            <a:extLst>
              <a:ext uri="{FF2B5EF4-FFF2-40B4-BE49-F238E27FC236}">
                <a16:creationId xmlns:a16="http://schemas.microsoft.com/office/drawing/2014/main" id="{61D15A42-D7AE-254B-1BAC-4FF48B54A939}"/>
              </a:ext>
              <a:ext uri="{BD07A6B8-B910-42CA-A051-C6E717B58A76}">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B324D99-8DA0-458E-921D-8065C2E4E501}"/>
              </a:ext>
            </a:extLst>
          </p:cNvPr>
          <p:cNvSpPr txBox="1"/>
          <p:nvPr/>
        </p:nvSpPr>
        <p:spPr>
          <a:xfrm>
            <a:off x="2390917" y="1613106"/>
            <a:ext cx="5911710" cy="2034211"/>
          </a:xfrm>
          <a:prstGeom prst="rect">
            <a:avLst/>
          </a:prstGeom>
        </p:spPr>
        <p:txBody>
          <a:bodyPr vert="horz" lIns="95250" tIns="47625" rIns="95250" bIns="47625" rtlCol="0" anchor="t">
            <a:spAutoFit/>
          </a:bodyPr>
          <a:lstStyle/>
          <a:p>
            <a:pPr marL="342900" indent="-342900">
              <a:lnSpc>
                <a:spcPct val="185000"/>
              </a:lnSpc>
              <a:buFont typeface="Wingdings"/>
              <a:buChar char=""/>
              <a:defRPr lang="en-US" sz="1400" dirty="0"/>
            </a:pPr>
            <a:r>
              <a:rPr lang="en-US" sz="1400" dirty="0">
                <a:latin typeface="Overlock SC"/>
              </a:rPr>
              <a:t>WE HAD USE IMAGE PROCESSING TECHNIQUES TO DIFFRENTIATE BETWEEN THE ADS DISPLAYED ON SCREEN</a:t>
            </a:r>
            <a:endParaRPr lang="en-US" sz="1400" b="0" dirty="0">
              <a:latin typeface="Overlock SC" panose="020B0604020202020204" charset="0"/>
            </a:endParaRPr>
          </a:p>
          <a:p>
            <a:pPr marL="342900" indent="-342900">
              <a:lnSpc>
                <a:spcPct val="185000"/>
              </a:lnSpc>
              <a:buFont typeface="Wingdings"/>
              <a:buChar char=""/>
              <a:defRPr lang="en-US" sz="1400" dirty="0"/>
            </a:pPr>
            <a:r>
              <a:rPr lang="en-US" sz="1400">
                <a:latin typeface="Overlock SC"/>
              </a:rPr>
              <a:t>USING THE IMAGE PROCESSING TECHNIQUES WE AE GONNA COMPARE </a:t>
            </a:r>
            <a:r>
              <a:rPr lang="en-US" sz="1400" dirty="0">
                <a:latin typeface="Overlock SC"/>
              </a:rPr>
              <a:t>THE IMAGES BY USING THEIR DIMENSION RATIO, COLOR INDEX, PIXEL DENSITY, HISTOGRAM COMPARISON.</a:t>
            </a:r>
            <a:endParaRPr lang="en-US" sz="1400" b="0" dirty="0">
              <a:latin typeface="Overlock SC" panose="020B0604020202020204" charset="0"/>
            </a:endParaRPr>
          </a:p>
        </p:txBody>
      </p:sp>
    </p:spTree>
    <p:extLst>
      <p:ext uri="{BB962C8B-B14F-4D97-AF65-F5344CB8AC3E}">
        <p14:creationId xmlns:p14="http://schemas.microsoft.com/office/powerpoint/2010/main" val="844196421"/>
      </p:ext>
      <p:ext uri="{E7B8A608-880E-458B-975C-07A8174836AA}">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055381294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BD1E00E2-A204-4705-90B4-9C3F886BCA30}">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D54F4AA1-174D-46C8-AB1D-0F65B100C5E9}"/>
              </a:ext>
            </a:extLst>
          </p:cNvPr>
          <p:cNvSpPr>
            <a:spLocks noGrp="1"/>
          </p:cNvSpPr>
          <p:nvPr>
            <p:ph type="title"/>
          </p:nvPr>
        </p:nvSpPr>
        <p:spPr>
          <a:xfrm>
            <a:off x="1992611" y="655624"/>
            <a:ext cx="6742816" cy="704850"/>
          </a:xfrm>
        </p:spPr>
        <p:txBody>
          <a:bodyPr rtlCol="0"/>
          <a:lstStyle/>
          <a:p>
            <a:pPr algn="ctr">
              <a:lnSpc>
                <a:spcPct val="110000"/>
              </a:lnSpc>
            </a:pPr>
            <a:r>
              <a:rPr lang="en-US" dirty="0">
                <a:solidFill>
                  <a:srgbClr val="002060"/>
                </a:solidFill>
                <a:latin typeface="Overlock SC" panose="020B0604020202020204" charset="0"/>
              </a:rPr>
              <a:t>PHONE NUMBER QUERY</a:t>
            </a:r>
            <a:endParaRPr lang="en-US"/>
          </a:p>
        </p:txBody>
      </p:sp>
      <p:sp>
        <p:nvSpPr>
          <p:cNvPr id="15" name="TextBox 14">
            <a:extLst>
              <a:ext uri="{BD07A6B8-B910-42CA-A051-C6E717B58A76}">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B324D99-8DA0-458E-921D-8065C2E4E501}"/>
              </a:ext>
            </a:extLst>
          </p:cNvPr>
          <p:cNvSpPr txBox="1"/>
          <p:nvPr/>
        </p:nvSpPr>
        <p:spPr>
          <a:xfrm>
            <a:off x="2390917" y="1613106"/>
            <a:ext cx="5911710" cy="1635641"/>
          </a:xfrm>
          <a:prstGeom prst="rect">
            <a:avLst/>
          </a:prstGeom>
        </p:spPr>
        <p:txBody>
          <a:bodyPr vert="horz" lIns="95250" tIns="47625" rIns="95250" bIns="47625" rtlCol="0" anchor="t">
            <a:spAutoFit/>
          </a:bodyPr>
          <a:lstStyle/>
          <a:p>
            <a:pPr marL="342900" indent="-342900">
              <a:lnSpc>
                <a:spcPct val="185000"/>
              </a:lnSpc>
              <a:buFont typeface="Wingdings"/>
              <a:buChar char=""/>
              <a:defRPr lang="en-US" sz="1400" dirty="0"/>
            </a:pPr>
            <a:r>
              <a:rPr lang="en-US" sz="1400" dirty="0">
                <a:latin typeface="Overlock SC"/>
              </a:rPr>
              <a:t>USER VERIFICATION USING MAIL ID</a:t>
            </a:r>
            <a:endParaRPr lang="en-US" sz="1400" b="0" dirty="0">
              <a:latin typeface="Overlock SC"/>
            </a:endParaRPr>
          </a:p>
          <a:p>
            <a:pPr marL="342900" indent="-342900">
              <a:lnSpc>
                <a:spcPct val="185000"/>
              </a:lnSpc>
              <a:buFont typeface="Wingdings"/>
              <a:buChar char=""/>
              <a:defRPr lang="en-US" sz="1400" dirty="0"/>
            </a:pPr>
            <a:r>
              <a:rPr lang="en-US" sz="1400" b="0" dirty="0">
                <a:latin typeface="Overlock SC"/>
              </a:rPr>
              <a:t>USER CAN CHECK THR PHONENUMBER AUTHENTICITY</a:t>
            </a:r>
          </a:p>
          <a:p>
            <a:pPr marL="342900" indent="-342900">
              <a:lnSpc>
                <a:spcPct val="185000"/>
              </a:lnSpc>
              <a:buFont typeface="Wingdings"/>
              <a:buChar char=""/>
              <a:defRPr lang="en-US" sz="1400" dirty="0"/>
            </a:pPr>
            <a:r>
              <a:rPr lang="en-US" sz="1400" b="0" dirty="0">
                <a:latin typeface="Overlock SC"/>
              </a:rPr>
              <a:t>USER CAN REPORT THE PHONENUMBER, IF HE FOUNDS THAT IF THE NUMBER IS FRAUD</a:t>
            </a:r>
          </a:p>
        </p:txBody>
      </p:sp>
    </p:spTree>
    <p:extLst>
      <p:ext uri="{BB962C8B-B14F-4D97-AF65-F5344CB8AC3E}">
        <p14:creationId xmlns:p14="http://schemas.microsoft.com/office/powerpoint/2010/main" val="4224798025"/>
      </p:ext>
      <p:ext uri="{E7B8A608-880E-458B-975C-07A8174836AA}">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055381294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BD1E00E2-A204-4705-90B4-9C3F886BCA3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D54F4AA1-174D-46C8-AB1D-0F65B100C5E9}"/>
              </a:ext>
            </a:extLst>
          </p:cNvPr>
          <p:cNvSpPr>
            <a:spLocks noGrp="1"/>
          </p:cNvSpPr>
          <p:nvPr>
            <p:ph type="title"/>
          </p:nvPr>
        </p:nvSpPr>
        <p:spPr>
          <a:xfrm>
            <a:off x="1992611" y="655624"/>
            <a:ext cx="6742816" cy="704850"/>
          </a:xfrm>
        </p:spPr>
        <p:txBody>
          <a:bodyPr rtlCol="0"/>
          <a:lstStyle/>
          <a:p>
            <a:pPr algn="ctr">
              <a:lnSpc>
                <a:spcPct val="110000"/>
              </a:lnSpc>
            </a:pPr>
            <a:r>
              <a:rPr lang="en-US" dirty="0">
                <a:solidFill>
                  <a:srgbClr val="002060"/>
                </a:solidFill>
                <a:latin typeface="Overlock SC" panose="020B0604020202020204" charset="0"/>
              </a:rPr>
              <a:t>ADMIN LOGIN</a:t>
            </a:r>
            <a:endParaRPr lang="en-US"/>
          </a:p>
        </p:txBody>
      </p:sp>
      <p:sp>
        <p:nvSpPr>
          <p:cNvPr id="15" name="TextBox 14">
            <a:extLst>
              <a:ext uri="{BD07A6B8-B910-42CA-A051-C6E717B58A7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3B324D99-8DA0-458E-921D-8065C2E4E501}"/>
              </a:ext>
            </a:extLst>
          </p:cNvPr>
          <p:cNvSpPr txBox="1"/>
          <p:nvPr/>
        </p:nvSpPr>
        <p:spPr>
          <a:xfrm>
            <a:off x="2390917" y="1613106"/>
            <a:ext cx="5911710" cy="1236236"/>
          </a:xfrm>
          <a:prstGeom prst="rect">
            <a:avLst/>
          </a:prstGeom>
        </p:spPr>
        <p:txBody>
          <a:bodyPr vert="horz" lIns="95250" tIns="47625" rIns="95250" bIns="47625" rtlCol="0" anchor="t">
            <a:spAutoFit/>
          </a:bodyPr>
          <a:lstStyle/>
          <a:p>
            <a:pPr marL="342900" indent="-342900">
              <a:lnSpc>
                <a:spcPct val="185000"/>
              </a:lnSpc>
              <a:buFont typeface="Wingdings"/>
              <a:buChar char=""/>
              <a:defRPr lang="en-US" sz="1400" dirty="0"/>
            </a:pPr>
            <a:r>
              <a:rPr lang="en-US" sz="1400" dirty="0">
                <a:latin typeface="Overlock SC"/>
              </a:rPr>
              <a:t>SEPARATE ADMIN DASHBOARD</a:t>
            </a:r>
            <a:endParaRPr lang="en-US" sz="1400" b="0" dirty="0">
              <a:latin typeface="Overlock SC"/>
            </a:endParaRPr>
          </a:p>
          <a:p>
            <a:pPr marL="342900" indent="-342900">
              <a:lnSpc>
                <a:spcPct val="185000"/>
              </a:lnSpc>
              <a:buFont typeface="Wingdings"/>
              <a:buChar char=""/>
              <a:defRPr lang="en-US" sz="1400" dirty="0"/>
            </a:pPr>
            <a:r>
              <a:rPr lang="en-US" sz="1400" b="0" dirty="0">
                <a:latin typeface="Overlock SC"/>
              </a:rPr>
              <a:t>WILL BE ABLE TO FETCH ALL THE INFORMATION</a:t>
            </a:r>
          </a:p>
          <a:p>
            <a:pPr marL="342900" indent="-342900">
              <a:lnSpc>
                <a:spcPct val="185000"/>
              </a:lnSpc>
              <a:buFont typeface="Wingdings"/>
              <a:buChar char=""/>
              <a:defRPr lang="en-US" sz="1400" dirty="0"/>
            </a:pPr>
            <a:r>
              <a:rPr lang="en-US" sz="1400" b="0" dirty="0">
                <a:latin typeface="Overlock SC"/>
              </a:rPr>
              <a:t>ADMIN WILL HAVE THE FULL POWER TO CONTROL THE SITE</a:t>
            </a:r>
            <a:r>
              <a:rPr lang="en-US" sz="1400" dirty="0">
                <a:latin typeface="Overlock SC"/>
              </a:rPr>
              <a:t> </a:t>
            </a:r>
            <a:endParaRPr lang="en-US" sz="1400" b="0" dirty="0">
              <a:latin typeface="Overlock SC" panose="020B0604020202020204" charset="0"/>
            </a:endParaRPr>
          </a:p>
        </p:txBody>
      </p:sp>
    </p:spTree>
    <p:extLst>
      <p:ext uri="{E7B8A608-880E-458B-975C-07A8174836AA}">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055381294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BD1E00E2-A204-4705-90B4-9C3F886BCA30}">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D54F4AA1-174D-46C8-AB1D-0F65B100C5E9}"/>
              </a:ext>
            </a:extLst>
          </p:cNvPr>
          <p:cNvSpPr>
            <a:spLocks noGrp="1"/>
          </p:cNvSpPr>
          <p:nvPr>
            <p:ph type="title"/>
          </p:nvPr>
        </p:nvSpPr>
        <p:spPr>
          <a:xfrm>
            <a:off x="1992611" y="655624"/>
            <a:ext cx="6742816" cy="704850"/>
          </a:xfrm>
        </p:spPr>
        <p:txBody>
          <a:bodyPr rtlCol="0"/>
          <a:lstStyle/>
          <a:p>
            <a:pPr algn="ctr">
              <a:lnSpc>
                <a:spcPct val="110000"/>
              </a:lnSpc>
            </a:pPr>
            <a:r>
              <a:rPr lang="en-US" dirty="0">
                <a:solidFill>
                  <a:srgbClr val="002060"/>
                </a:solidFill>
                <a:latin typeface="Overlock SC" panose="020B0604020202020204" charset="0"/>
              </a:rPr>
              <a:t>USER EDUCATION</a:t>
            </a:r>
            <a:endParaRPr lang="en-US"/>
          </a:p>
        </p:txBody>
      </p:sp>
      <p:sp>
        <p:nvSpPr>
          <p:cNvPr id="15" name="TextBox 14">
            <a:extLst>
              <a:ext uri="{BD07A6B8-B910-42CA-A051-C6E717B58A76}">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B324D99-8DA0-458E-921D-8065C2E4E501}"/>
              </a:ext>
            </a:extLst>
          </p:cNvPr>
          <p:cNvSpPr txBox="1"/>
          <p:nvPr/>
        </p:nvSpPr>
        <p:spPr>
          <a:xfrm>
            <a:off x="2390917" y="1613106"/>
            <a:ext cx="5911710" cy="2831353"/>
          </a:xfrm>
          <a:prstGeom prst="rect">
            <a:avLst/>
          </a:prstGeom>
        </p:spPr>
        <p:txBody>
          <a:bodyPr vert="horz" lIns="95250" tIns="47625" rIns="95250" bIns="47625" rtlCol="0" anchor="t">
            <a:spAutoFit/>
          </a:bodyPr>
          <a:lstStyle/>
          <a:p>
            <a:pPr marL="342900" indent="-342900">
              <a:lnSpc>
                <a:spcPct val="185000"/>
              </a:lnSpc>
              <a:buFont typeface="Wingdings"/>
              <a:buChar char=""/>
              <a:defRPr lang="en-US" sz="1400" dirty="0"/>
            </a:pPr>
            <a:r>
              <a:rPr lang="en-US" sz="1400" b="0" dirty="0">
                <a:latin typeface="Overlock SC"/>
              </a:rPr>
              <a:t>CYBER-AWARENESS ADS</a:t>
            </a:r>
          </a:p>
          <a:p>
            <a:pPr marL="342900" indent="-342900">
              <a:lnSpc>
                <a:spcPct val="185000"/>
              </a:lnSpc>
              <a:buFont typeface="Wingdings"/>
              <a:buChar char=""/>
              <a:defRPr lang="en-US" sz="1400" dirty="0"/>
            </a:pPr>
            <a:r>
              <a:rPr lang="en-US" sz="1400" dirty="0">
                <a:latin typeface="Overlock SC"/>
              </a:rPr>
              <a:t>HELPLINE NUMBERS TO THE CYBER CRIME DEPARTMENT</a:t>
            </a:r>
          </a:p>
          <a:p>
            <a:pPr marL="342900" indent="-342900">
              <a:lnSpc>
                <a:spcPct val="185000"/>
              </a:lnSpc>
              <a:buFont typeface="Wingdings"/>
              <a:buChar char=""/>
              <a:defRPr lang="en-US" sz="1400" dirty="0"/>
            </a:pPr>
            <a:r>
              <a:rPr lang="en-US" sz="1400" dirty="0">
                <a:latin typeface="Overlock SC"/>
              </a:rPr>
              <a:t>LINKS TO THE SITES WHICH ARE RESPONSIBLE FOR HELPING THE CYBER-CRIME VICTIM</a:t>
            </a:r>
          </a:p>
          <a:p>
            <a:pPr marL="342900" indent="-342900">
              <a:lnSpc>
                <a:spcPct val="185000"/>
              </a:lnSpc>
              <a:buFont typeface="Wingdings"/>
              <a:buChar char=""/>
              <a:defRPr lang="en-US" sz="1400" dirty="0"/>
            </a:pPr>
            <a:r>
              <a:rPr lang="en-US" sz="1400" dirty="0">
                <a:latin typeface="Overlock SC"/>
              </a:rPr>
              <a:t>DAILY FACTS AND FIGURES RELATED TO CYBER-CRIME HAPPENING IN THE SOCIETY</a:t>
            </a:r>
          </a:p>
          <a:p>
            <a:pPr marL="342900" indent="-342900">
              <a:lnSpc>
                <a:spcPct val="185000"/>
              </a:lnSpc>
              <a:buFont typeface="Wingdings"/>
              <a:buChar char=""/>
              <a:defRPr lang="en-US" sz="1400" dirty="0"/>
            </a:pPr>
            <a:endParaRPr lang="en-US" sz="1400" dirty="0">
              <a:latin typeface="Overlock SC" panose="020B0604020202020204" charset="0"/>
            </a:endParaRPr>
          </a:p>
        </p:txBody>
      </p:sp>
    </p:spTree>
    <p:extLst>
      <p:ext uri="{BB962C8B-B14F-4D97-AF65-F5344CB8AC3E}">
        <p14:creationId xmlns:p14="http://schemas.microsoft.com/office/powerpoint/2010/main" val="1785061212"/>
      </p:ext>
      <p:ext uri="{E7B8A608-880E-458B-975C-07A8174836AA}">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055381294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a:extLst>
              <a:ext uri="{E5839D96-74C7-4552-9AB9-E5CB98954C4C}">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F2FFB11-3903-4750-ADC8-72CF30051593}"/>
              </a:ext>
            </a:extLst>
          </p:cNvPr>
          <p:cNvSpPr txBox="1"/>
          <p:nvPr>
            <p:custDataLst>
              <p:tags r:id="rId1"/>
            </p:custDataLst>
          </p:nvPr>
        </p:nvSpPr>
        <p:spPr>
          <a:xfrm>
            <a:off x="2209800" y="-537210"/>
            <a:ext cx="5022723" cy="5509260"/>
          </a:xfrm>
          <a:solidFill>
            <a:schemeClr val="accent1"/>
          </a:solidFill>
        </p:spPr>
        <p:txBody>
          <a:bodyPr vert="horz" lIns="95250" tIns="47625" rIns="95250" bIns="47625" rtlCol="0" anchor="ctr">
            <a:spAutoFit/>
          </a:bodyPr>
          <a:lstStyle/>
          <a:p>
            <a:pPr algn="ctr">
              <a:defRPr lang="en-US" sz="1400" dirty="0"/>
            </a:pPr>
            <a:r>
              <a:rPr lang="en-US" sz="5400" b="1" dirty="0">
                <a:latin typeface="Overlock SC" panose="020B0604020202020204" charset="0"/>
              </a:rPr>
              <a:t>THANK YOU</a:t>
            </a:r>
          </a:p>
        </p:txBody>
      </p:sp>
    </p:spTree>
    <p:extLst>
      <p:ext uri="{98B99265-7A99-4646-B880-5C0287998B3A}">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0553812946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WEBFONT8" val="Josefin Sans-demi_bold"/>
</p:tagLst>
</file>

<file path=ppt/tags/tag2.xml><?xml version="1.0" encoding="utf-8"?>
<p:tagLst xmlns:a="http://schemas.openxmlformats.org/drawingml/2006/main" xmlns:r="http://schemas.openxmlformats.org/officeDocument/2006/relationships" xmlns:p="http://schemas.openxmlformats.org/presentationml/2006/main">
  <p:tag name="FONTWEIGHT:9:0:0" val="6"/>
</p:tagLst>
</file>

<file path=ppt/tags/tag3.xml><?xml version="1.0" encoding="utf-8"?>
<p:tagLst xmlns:a="http://schemas.openxmlformats.org/drawingml/2006/main" xmlns:r="http://schemas.openxmlformats.org/officeDocument/2006/relationships" xmlns:p="http://schemas.openxmlformats.org/presentationml/2006/main">
  <p:tag name="FONTWEIGHT:9:0:0" val="6"/>
</p:tagLst>
</file>

<file path=ppt/tags/tag4.xml><?xml version="1.0" encoding="utf-8"?>
<p:tagLst xmlns:a="http://schemas.openxmlformats.org/drawingml/2006/main" xmlns:r="http://schemas.openxmlformats.org/officeDocument/2006/relationships" xmlns:p="http://schemas.openxmlformats.org/presentationml/2006/main">
  <p:tag name="FONTWEIGHT:5:0:0" val="6"/>
  <p:tag name="FONTWEIGHT:7:0:0" val="6"/>
</p:tagLst>
</file>

<file path=ppt/tags/tag5.xml><?xml version="1.0" encoding="utf-8"?>
<p:tagLst xmlns:a="http://schemas.openxmlformats.org/drawingml/2006/main" xmlns:r="http://schemas.openxmlformats.org/officeDocument/2006/relationships" xmlns:p="http://schemas.openxmlformats.org/presentationml/2006/main">
  <p:tag name="LAYOUT" val="threePicAndTx"/>
</p:tagLst>
</file>

<file path=ppt/tags/tag6.xml><?xml version="1.0" encoding="utf-8"?>
<p:tagLst xmlns:a="http://schemas.openxmlformats.org/drawingml/2006/main" xmlns:r="http://schemas.openxmlformats.org/officeDocument/2006/relationships" xmlns:p="http://schemas.openxmlformats.org/presentationml/2006/main">
  <p:tag name="LAYOUT" val="fourPic"/>
</p:tagLst>
</file>

<file path=ppt/tags/tag7.xml><?xml version="1.0" encoding="utf-8"?>
<p:tagLst xmlns:a="http://schemas.openxmlformats.org/drawingml/2006/main" xmlns:r="http://schemas.openxmlformats.org/officeDocument/2006/relationships" xmlns:p="http://schemas.openxmlformats.org/presentationml/2006/main">
  <p:tag name="PRESETSHAPE" val="TWO_EDGED_FRAME:1.0,0.0"/>
</p:tagLst>
</file>

<file path=ppt/tags/tag8.xml><?xml version="1.0" encoding="utf-8"?>
<p:tagLst xmlns:a="http://schemas.openxmlformats.org/drawingml/2006/main" xmlns:r="http://schemas.openxmlformats.org/officeDocument/2006/relationships" xmlns:p="http://schemas.openxmlformats.org/presentationml/2006/main">
  <p:tag name="PRESETSHAPE" val="RECT_QUOTE:"/>
</p:tagLst>
</file>

<file path=ppt/tags/tag9.xml><?xml version="1.0" encoding="utf-8"?>
<p:tagLst xmlns:a="http://schemas.openxmlformats.org/drawingml/2006/main" xmlns:r="http://schemas.openxmlformats.org/officeDocument/2006/relationships" xmlns:p="http://schemas.openxmlformats.org/presentationml/2006/main">
  <p:tag name="PRESETSHAPE" val="RECT_QUOTE:"/>
</p:tagLst>
</file>

<file path=ppt/tags/tag10.xml><?xml version="1.0" encoding="utf-8"?>
<p:tagLst xmlns:a="http://schemas.openxmlformats.org/drawingml/2006/main" xmlns:r="http://schemas.openxmlformats.org/officeDocument/2006/relationships" xmlns:p="http://schemas.openxmlformats.org/presentationml/2006/main">
  <p:tag name="PRESETSHAPE" val="TWIN_COMET:0.0"/>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volutionary">
  <a:themeElements>
    <a:clrScheme name="Origami">
      <a:dk1>
        <a:srgbClr val="000000"/>
      </a:dk1>
      <a:lt1>
        <a:srgbClr val="FFFFFF"/>
      </a:lt1>
      <a:dk2>
        <a:srgbClr val="383838"/>
      </a:dk2>
      <a:lt2>
        <a:srgbClr val="F6F6F6"/>
      </a:lt2>
      <a:accent1>
        <a:srgbClr val="FFA71F"/>
      </a:accent1>
      <a:accent2>
        <a:srgbClr val="FFCE5F"/>
      </a:accent2>
      <a:accent3>
        <a:srgbClr val="FF841E"/>
      </a:accent3>
      <a:accent4>
        <a:srgbClr val="79DCD0"/>
      </a:accent4>
      <a:accent5>
        <a:srgbClr val="C7D263"/>
      </a:accent5>
      <a:accent6>
        <a:srgbClr val="4EA3D3"/>
      </a:accent6>
      <a:hlink>
        <a:srgbClr val="1DA2ED"/>
      </a:hlink>
      <a:folHlink>
        <a:srgbClr val="FF7C0F"/>
      </a:folHlink>
    </a:clrScheme>
    <a:fontScheme name="Evolutionary">
      <a:majorFont>
        <a:latin typeface="Overlock SC"/>
        <a:ea typeface=""/>
        <a:cs typeface=""/>
      </a:majorFont>
      <a:minorFont>
        <a:latin typeface="Josefin Sans"/>
        <a:ea typeface=""/>
        <a:cs typeface=""/>
      </a:minorFont>
    </a:fontScheme>
    <a:fmtScheme name="Evolutionary">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0"/>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a:noFill/>
          <a:prstDash val="solid"/>
        </a:ln>
        <a:ln w="25400" cap="flat">
          <a:solidFill>
            <a:schemeClr val="phClr"/>
          </a:solidFill>
          <a:prstDash val="solid"/>
        </a:ln>
        <a:ln w="38100" cap="flat">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blipFill dpi="0" rotWithShape="1">
          <a:blip xmlns:r="http://schemas.openxmlformats.org/officeDocument/2006/relationships" r:embed="rId1">
            <a:duotone>
              <a:schemeClr val="phClr">
                <a:shade val="10000"/>
                <a:satMod val="400000"/>
              </a:schemeClr>
              <a:schemeClr val="phClr">
                <a:tint val="90000"/>
                <a:satMod val="200000"/>
              </a:schemeClr>
            </a:duotone>
          </a:blip>
          <a:tile tx="0" ty="0" sx="100000" sy="100000" algn="tl"/>
        </a:blipFill>
        <a:gradFill rotWithShape="1">
          <a:gsLst>
            <a:gs pos="0">
              <a:schemeClr val="phClr">
                <a:tint val="80000"/>
                <a:satMod val="300000"/>
              </a:schemeClr>
            </a:gs>
            <a:gs pos="100000">
              <a:schemeClr val="phClr">
                <a:shade val="60000"/>
                <a:satMod val="200000"/>
              </a:schemeClr>
            </a:gs>
          </a:gsLst>
          <a:path path="circle">
            <a:fillToRect l="50000" t="50000" r="50000" b="50000"/>
          </a:path>
        </a:gradFill>
      </a:bgFillStyleLst>
    </a:fmtScheme>
  </a:themeElements>
  <a:objectDefaults>
    <a:spDef>
      <a:spPr/>
      <a:bodyPr vert="horz" rtlCol="0" anchor="ctr"/>
      <a:lstStyle>
        <a:lvl1pPr lvl="0" algn="ctr"/>
      </a:lstStyle>
      <a:style>
        <a:lnRef idx="0">
          <a:scrgbClr r="0" g="0" b="0"/>
        </a:lnRef>
        <a:fillRef idx="1">
          <a:schemeClr val="accent1"/>
        </a:fillRef>
        <a:effectRef idx="0">
          <a:schemeClr val="accent1"/>
        </a:effectRef>
        <a:fontRef idx="none"/>
      </a:style>
    </a:spDef>
    <a:lnDef>
      <a:spPr>
        <a:ln w="19050" cap="flat">
          <a:solidFill>
            <a:schemeClr val="accent1">
              <a:lumMod val="60000"/>
              <a:lumOff val="40000"/>
            </a:schemeClr>
          </a:solidFill>
          <a:prstDash val="solid"/>
          <a:round/>
        </a:ln>
      </a:spPr>
      <a:bodyPr vert="horz" rtlCol="0" anchor="ctr"/>
      <a:lstStyle>
        <a:lvl1pPr lvl="0" algn="ctr"/>
      </a:lstStyle>
    </a:lnDef>
  </a:objectDefaults>
  <a:extraClrSchemeLst/>
</a:theme>
</file>

<file path=ppt/theme/theme2.xml><?xml version="1.0" encoding="utf-8"?>
<a:theme xmlns:a="http://schemas.openxmlformats.org/drawingml/2006/main" name="Evolutionary">
  <a:themeElements>
    <a:clrScheme name="Origami">
      <a:dk1>
        <a:srgbClr val="000000"/>
      </a:dk1>
      <a:lt1>
        <a:srgbClr val="FFFFFF"/>
      </a:lt1>
      <a:dk2>
        <a:srgbClr val="383838"/>
      </a:dk2>
      <a:lt2>
        <a:srgbClr val="F6F6F6"/>
      </a:lt2>
      <a:accent1>
        <a:srgbClr val="FFA71F"/>
      </a:accent1>
      <a:accent2>
        <a:srgbClr val="FFCE5F"/>
      </a:accent2>
      <a:accent3>
        <a:srgbClr val="FF841E"/>
      </a:accent3>
      <a:accent4>
        <a:srgbClr val="79DCD0"/>
      </a:accent4>
      <a:accent5>
        <a:srgbClr val="C7D263"/>
      </a:accent5>
      <a:accent6>
        <a:srgbClr val="4EA3D3"/>
      </a:accent6>
      <a:hlink>
        <a:srgbClr val="1DA2ED"/>
      </a:hlink>
      <a:folHlink>
        <a:srgbClr val="FF7C0F"/>
      </a:folHlink>
    </a:clrScheme>
    <a:fontScheme name="Evolutionary">
      <a:majorFont>
        <a:latin typeface="Overlock SC"/>
        <a:ea typeface=""/>
        <a:cs typeface=""/>
      </a:majorFont>
      <a:minorFont>
        <a:latin typeface="Josefin Sans"/>
        <a:ea typeface=""/>
        <a:cs typeface=""/>
      </a:minorFont>
    </a:fontScheme>
    <a:fmtScheme name="Evolutionary">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0"/>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a:noFill/>
          <a:prstDash val="solid"/>
        </a:ln>
        <a:ln w="25400" cap="flat">
          <a:solidFill>
            <a:schemeClr val="phClr"/>
          </a:solidFill>
          <a:prstDash val="solid"/>
        </a:ln>
        <a:ln w="38100" cap="flat">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blipFill dpi="0" rotWithShape="1">
          <a:blip xmlns:r="http://schemas.openxmlformats.org/officeDocument/2006/relationships" r:embed="rId1">
            <a:duotone>
              <a:schemeClr val="phClr">
                <a:shade val="10000"/>
                <a:satMod val="400000"/>
              </a:schemeClr>
              <a:schemeClr val="phClr">
                <a:tint val="90000"/>
                <a:satMod val="200000"/>
              </a:schemeClr>
            </a:duotone>
          </a:blip>
          <a:tile tx="0" ty="0" sx="100000" sy="100000" algn="tl"/>
        </a:blipFill>
        <a:gradFill rotWithShape="1">
          <a:gsLst>
            <a:gs pos="0">
              <a:schemeClr val="phClr">
                <a:tint val="80000"/>
                <a:satMod val="300000"/>
              </a:schemeClr>
            </a:gs>
            <a:gs pos="100000">
              <a:schemeClr val="phClr">
                <a:shade val="60000"/>
                <a:satMod val="200000"/>
              </a:schemeClr>
            </a:gs>
          </a:gsLst>
          <a:path path="circle">
            <a:fillToRect l="50000" t="50000" r="50000" b="50000"/>
          </a:path>
        </a:gradFill>
      </a:bgFillStyleLst>
    </a:fmtScheme>
  </a:themeElements>
  <a:objectDefaults>
    <a:spDef>
      <a:spPr/>
      <a:bodyPr vert="horz" rtlCol="0" anchor="ctr"/>
      <a:lstStyle>
        <a:lvl1pPr lvl="0" algn="ctr"/>
      </a:lstStyle>
      <a:style>
        <a:lnRef idx="0">
          <a:scrgbClr r="0" g="0" b="0"/>
        </a:lnRef>
        <a:fillRef idx="1">
          <a:schemeClr val="accent1"/>
        </a:fillRef>
        <a:effectRef idx="0">
          <a:schemeClr val="accent1"/>
        </a:effectRef>
        <a:fontRef idx="none"/>
      </a:style>
    </a:spDef>
    <a:lnDef>
      <a:spPr>
        <a:ln w="19050" cap="flat">
          <a:solidFill>
            <a:schemeClr val="accent1">
              <a:lumMod val="60000"/>
              <a:lumOff val="40000"/>
            </a:schemeClr>
          </a:solidFill>
          <a:prstDash val="solid"/>
          <a:round/>
        </a:ln>
      </a:spPr>
      <a:bodyPr vert="horz" rtlCol="0" anchor="ctr"/>
      <a:lstStyle>
        <a:lvl1pPr lvl="0" algn="ctr"/>
      </a:lstStyle>
    </a:lnDef>
  </a:objectDefaults>
  <a:extraClrSchemeLst/>
</a:theme>
</file>

<file path=docProps/app.xml><?xml version="1.0" encoding="utf-8"?>
<Properties xmlns="http://schemas.openxmlformats.org/officeDocument/2006/extended-properties" xmlns:vt="http://schemas.openxmlformats.org/officeDocument/2006/docPropsVTypes">
  <TotalTime>4</TotalTime>
  <Words>328</Words>
  <Application>Microsoft Office PowerPoint</Application>
  <PresentationFormat>On-screen Show (16:9)</PresentationFormat>
  <Paragraphs>53</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Evolutionary</vt:lpstr>
      <vt:lpstr>Rajasthan  police  HACKATHON 1.0 2024</vt:lpstr>
      <vt:lpstr>TEAM INVADERS Government Engineering College  Ajmer Rajasthan </vt:lpstr>
      <vt:lpstr>Automated AI/ML System for Detecting and Mitigating Online Fraud</vt:lpstr>
      <vt:lpstr>PowerPoint Presentation</vt:lpstr>
      <vt:lpstr>PowerPoint Presentation</vt:lpstr>
      <vt:lpstr>FEEDBACK SYSTEM</vt:lpstr>
      <vt:lpstr>URL QUERY</vt:lpstr>
      <vt:lpstr>AD CONTENT ANALYSIS</vt:lpstr>
      <vt:lpstr>PHONE NUMBER QUERY</vt:lpstr>
      <vt:lpstr>ADMIN LOGIN</vt:lpstr>
      <vt:lpstr>USER EDUCATION</vt:lpstr>
      <vt:lpstr>PowerPoint Presentation</vt:lpstr>
    </vt:vector>
  </TitlesOfParts>
  <Company>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
  <cp:lastModifiedBy>Prachi Rathore</cp:lastModifiedBy>
  <cp:revision>48</cp:revision>
  <dcterms:created xsi:type="dcterms:W3CDTF">2022-08-25T08:22:27Z</dcterms:created>
  <dcterms:modified xsi:type="dcterms:W3CDTF">2024-01-20T05:04:24Z</dcterms:modified>
</cp:coreProperties>
</file>